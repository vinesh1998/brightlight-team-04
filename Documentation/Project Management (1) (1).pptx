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notesMasterIdLst>
    <p:notesMasterId r:id="rId24"/>
  </p:notesMasterIdLst>
  <p:sldIdLst>
    <p:sldId id="269" r:id="rId2"/>
    <p:sldId id="270" r:id="rId3"/>
    <p:sldId id="275" r:id="rId4"/>
    <p:sldId id="280" r:id="rId5"/>
    <p:sldId id="257" r:id="rId6"/>
    <p:sldId id="274" r:id="rId7"/>
    <p:sldId id="271" r:id="rId8"/>
    <p:sldId id="267" r:id="rId9"/>
    <p:sldId id="268" r:id="rId10"/>
    <p:sldId id="264" r:id="rId11"/>
    <p:sldId id="258" r:id="rId12"/>
    <p:sldId id="279" r:id="rId13"/>
    <p:sldId id="259" r:id="rId14"/>
    <p:sldId id="261" r:id="rId15"/>
    <p:sldId id="260" r:id="rId16"/>
    <p:sldId id="262" r:id="rId17"/>
    <p:sldId id="263" r:id="rId18"/>
    <p:sldId id="265" r:id="rId19"/>
    <p:sldId id="266" r:id="rId20"/>
    <p:sldId id="273" r:id="rId21"/>
    <p:sldId id="278" r:id="rId22"/>
    <p:sldId id="276"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67" d="100"/>
          <a:sy n="67" d="100"/>
        </p:scale>
        <p:origin x="644"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diagrams/_rels/data8.xml.rels><?xml version="1.0" encoding="UTF-8" standalone="yes"?>
<Relationships xmlns="http://schemas.openxmlformats.org/package/2006/relationships"><Relationship Id="rId8" Type="http://schemas.openxmlformats.org/officeDocument/2006/relationships/image" Target="../media/image17.svg"/><Relationship Id="rId13" Type="http://schemas.openxmlformats.org/officeDocument/2006/relationships/image" Target="../media/image22.png"/><Relationship Id="rId3" Type="http://schemas.openxmlformats.org/officeDocument/2006/relationships/image" Target="../media/image12.png"/><Relationship Id="rId7" Type="http://schemas.openxmlformats.org/officeDocument/2006/relationships/image" Target="../media/image16.png"/><Relationship Id="rId12" Type="http://schemas.openxmlformats.org/officeDocument/2006/relationships/image" Target="../media/image21.svg"/><Relationship Id="rId2" Type="http://schemas.openxmlformats.org/officeDocument/2006/relationships/image" Target="../media/image11.svg"/><Relationship Id="rId16" Type="http://schemas.openxmlformats.org/officeDocument/2006/relationships/image" Target="../media/image25.svg"/><Relationship Id="rId1" Type="http://schemas.openxmlformats.org/officeDocument/2006/relationships/image" Target="../media/image10.png"/><Relationship Id="rId6" Type="http://schemas.openxmlformats.org/officeDocument/2006/relationships/image" Target="../media/image15.svg"/><Relationship Id="rId11" Type="http://schemas.openxmlformats.org/officeDocument/2006/relationships/image" Target="../media/image20.png"/><Relationship Id="rId5" Type="http://schemas.openxmlformats.org/officeDocument/2006/relationships/image" Target="../media/image14.png"/><Relationship Id="rId15" Type="http://schemas.openxmlformats.org/officeDocument/2006/relationships/image" Target="../media/image24.png"/><Relationship Id="rId10" Type="http://schemas.openxmlformats.org/officeDocument/2006/relationships/image" Target="../media/image19.svg"/><Relationship Id="rId4" Type="http://schemas.openxmlformats.org/officeDocument/2006/relationships/image" Target="../media/image13.svg"/><Relationship Id="rId9" Type="http://schemas.openxmlformats.org/officeDocument/2006/relationships/image" Target="../media/image18.png"/><Relationship Id="rId14" Type="http://schemas.openxmlformats.org/officeDocument/2006/relationships/image" Target="../media/image23.svg"/></Relationships>
</file>

<file path=ppt/diagrams/_rels/drawing1.xml.rels><?xml version="1.0" encoding="UTF-8" standalone="yes"?>
<Relationships xmlns="http://schemas.openxmlformats.org/package/2006/relationships"><Relationship Id="rId1" Type="http://schemas.openxmlformats.org/officeDocument/2006/relationships/image" Target="../media/image1.jpeg"/></Relationships>
</file>

<file path=ppt/diagrams/_rels/drawing2.xml.rels><?xml version="1.0" encoding="UTF-8" standalone="yes"?>
<Relationships xmlns="http://schemas.openxmlformats.org/package/2006/relationships"><Relationship Id="rId1" Type="http://schemas.openxmlformats.org/officeDocument/2006/relationships/image" Target="../media/image1.jpeg"/></Relationships>
</file>

<file path=ppt/diagrams/_rels/drawing5.xml.rels><?xml version="1.0" encoding="UTF-8" standalone="yes"?>
<Relationships xmlns="http://schemas.openxmlformats.org/package/2006/relationships"><Relationship Id="rId1" Type="http://schemas.openxmlformats.org/officeDocument/2006/relationships/image" Target="../media/image1.jpeg"/></Relationships>
</file>

<file path=ppt/diagrams/_rels/drawing6.xml.rels><?xml version="1.0" encoding="UTF-8" standalone="yes"?>
<Relationships xmlns="http://schemas.openxmlformats.org/package/2006/relationships"><Relationship Id="rId1" Type="http://schemas.openxmlformats.org/officeDocument/2006/relationships/image" Target="../media/image1.jpeg"/></Relationships>
</file>

<file path=ppt/diagrams/_rels/drawing7.xml.rels><?xml version="1.0" encoding="UTF-8" standalone="yes"?>
<Relationships xmlns="http://schemas.openxmlformats.org/package/2006/relationships"><Relationship Id="rId1" Type="http://schemas.openxmlformats.org/officeDocument/2006/relationships/image" Target="../media/image1.jpeg"/></Relationships>
</file>

<file path=ppt/diagrams/_rels/drawing8.xml.rels><?xml version="1.0" encoding="UTF-8" standalone="yes"?>
<Relationships xmlns="http://schemas.openxmlformats.org/package/2006/relationships"><Relationship Id="rId8" Type="http://schemas.openxmlformats.org/officeDocument/2006/relationships/image" Target="../media/image17.svg"/><Relationship Id="rId13" Type="http://schemas.openxmlformats.org/officeDocument/2006/relationships/image" Target="../media/image22.png"/><Relationship Id="rId3" Type="http://schemas.openxmlformats.org/officeDocument/2006/relationships/image" Target="../media/image12.png"/><Relationship Id="rId7" Type="http://schemas.openxmlformats.org/officeDocument/2006/relationships/image" Target="../media/image16.png"/><Relationship Id="rId12" Type="http://schemas.openxmlformats.org/officeDocument/2006/relationships/image" Target="../media/image21.svg"/><Relationship Id="rId2" Type="http://schemas.openxmlformats.org/officeDocument/2006/relationships/image" Target="../media/image11.svg"/><Relationship Id="rId16" Type="http://schemas.openxmlformats.org/officeDocument/2006/relationships/image" Target="../media/image25.svg"/><Relationship Id="rId1" Type="http://schemas.openxmlformats.org/officeDocument/2006/relationships/image" Target="../media/image10.png"/><Relationship Id="rId6" Type="http://schemas.openxmlformats.org/officeDocument/2006/relationships/image" Target="../media/image15.svg"/><Relationship Id="rId11" Type="http://schemas.openxmlformats.org/officeDocument/2006/relationships/image" Target="../media/image20.png"/><Relationship Id="rId5" Type="http://schemas.openxmlformats.org/officeDocument/2006/relationships/image" Target="../media/image14.png"/><Relationship Id="rId15" Type="http://schemas.openxmlformats.org/officeDocument/2006/relationships/image" Target="../media/image24.png"/><Relationship Id="rId10" Type="http://schemas.openxmlformats.org/officeDocument/2006/relationships/image" Target="../media/image19.svg"/><Relationship Id="rId4" Type="http://schemas.openxmlformats.org/officeDocument/2006/relationships/image" Target="../media/image13.svg"/><Relationship Id="rId9" Type="http://schemas.openxmlformats.org/officeDocument/2006/relationships/image" Target="../media/image18.png"/><Relationship Id="rId14" Type="http://schemas.openxmlformats.org/officeDocument/2006/relationships/image" Target="../media/image23.svg"/></Relationships>
</file>

<file path=ppt/diagrams/_rels/drawing9.xml.rels><?xml version="1.0" encoding="UTF-8" standalone="yes"?>
<Relationships xmlns="http://schemas.openxmlformats.org/package/2006/relationships"><Relationship Id="rId1" Type="http://schemas.openxmlformats.org/officeDocument/2006/relationships/image" Target="../media/image1.jpe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30583CC-AA29-4F01-8188-A4F9A5DEC25F}" type="doc">
      <dgm:prSet loTypeId="urn:microsoft.com/office/officeart/2005/8/layout/default" loCatId="list" qsTypeId="urn:microsoft.com/office/officeart/2005/8/quickstyle/simple5" qsCatId="simple" csTypeId="urn:microsoft.com/office/officeart/2005/8/colors/accent2_2" csCatId="accent2" phldr="1"/>
      <dgm:spPr/>
      <dgm:t>
        <a:bodyPr/>
        <a:lstStyle/>
        <a:p>
          <a:endParaRPr lang="en-US"/>
        </a:p>
      </dgm:t>
    </dgm:pt>
    <dgm:pt modelId="{FDFA13EE-D705-4095-B14F-C6DC8E82427C}">
      <dgm:prSet custT="1"/>
      <dgm:spPr/>
      <dgm:t>
        <a:bodyPr/>
        <a:lstStyle/>
        <a:p>
          <a:r>
            <a:rPr lang="en-US" sz="2000" dirty="0">
              <a:latin typeface="Times New Roman" panose="02020603050405020304" pitchFamily="18" charset="0"/>
              <a:cs typeface="Times New Roman" panose="02020603050405020304" pitchFamily="18" charset="0"/>
            </a:rPr>
            <a:t>Introduction</a:t>
          </a:r>
        </a:p>
      </dgm:t>
    </dgm:pt>
    <dgm:pt modelId="{D2BD015A-0A97-4B2C-A4CF-46957F2F874B}" type="parTrans" cxnId="{EA9AAC89-3ACF-4968-9369-CA99EC9BEE13}">
      <dgm:prSet/>
      <dgm:spPr/>
      <dgm:t>
        <a:bodyPr/>
        <a:lstStyle/>
        <a:p>
          <a:endParaRPr lang="en-US"/>
        </a:p>
      </dgm:t>
    </dgm:pt>
    <dgm:pt modelId="{D26EB34A-D497-42F6-A7E3-E3ED9924A012}" type="sibTrans" cxnId="{EA9AAC89-3ACF-4968-9369-CA99EC9BEE13}">
      <dgm:prSet/>
      <dgm:spPr/>
      <dgm:t>
        <a:bodyPr/>
        <a:lstStyle/>
        <a:p>
          <a:endParaRPr lang="en-US"/>
        </a:p>
      </dgm:t>
    </dgm:pt>
    <dgm:pt modelId="{D08C7808-C1F1-40FD-B9C5-EFEB87E1B0A9}">
      <dgm:prSet custT="1"/>
      <dgm:spPr/>
      <dgm:t>
        <a:bodyPr/>
        <a:lstStyle/>
        <a:p>
          <a:r>
            <a:rPr lang="en-US" sz="2000" dirty="0">
              <a:latin typeface="Times New Roman" panose="02020603050405020304" pitchFamily="18" charset="0"/>
              <a:cs typeface="Times New Roman" panose="02020603050405020304" pitchFamily="18" charset="0"/>
            </a:rPr>
            <a:t>Importance of Project Management</a:t>
          </a:r>
        </a:p>
      </dgm:t>
    </dgm:pt>
    <dgm:pt modelId="{E18F0C0E-DFBC-406D-83B5-CC052EC3A4E6}" type="parTrans" cxnId="{C57665BE-9037-44ED-A01F-D166392721DA}">
      <dgm:prSet/>
      <dgm:spPr/>
      <dgm:t>
        <a:bodyPr/>
        <a:lstStyle/>
        <a:p>
          <a:endParaRPr lang="en-US"/>
        </a:p>
      </dgm:t>
    </dgm:pt>
    <dgm:pt modelId="{FD3DF7B8-B41A-4407-900B-33C664BF22EB}" type="sibTrans" cxnId="{C57665BE-9037-44ED-A01F-D166392721DA}">
      <dgm:prSet/>
      <dgm:spPr/>
      <dgm:t>
        <a:bodyPr/>
        <a:lstStyle/>
        <a:p>
          <a:endParaRPr lang="en-US"/>
        </a:p>
      </dgm:t>
    </dgm:pt>
    <dgm:pt modelId="{BBFF7896-DE37-4A03-8E23-4828E336C7C7}">
      <dgm:prSet custT="1"/>
      <dgm:spPr/>
      <dgm:t>
        <a:bodyPr/>
        <a:lstStyle/>
        <a:p>
          <a:r>
            <a:rPr lang="en-US" sz="2000" dirty="0">
              <a:latin typeface="Times New Roman" panose="02020603050405020304" pitchFamily="18" charset="0"/>
              <a:cs typeface="Times New Roman" panose="02020603050405020304" pitchFamily="18" charset="0"/>
            </a:rPr>
            <a:t>Project Management Plan</a:t>
          </a:r>
        </a:p>
      </dgm:t>
    </dgm:pt>
    <dgm:pt modelId="{9779CCAE-7BB4-465D-8164-1EC5D7A786F6}" type="parTrans" cxnId="{C77BD8D2-6B5E-4EAF-82D8-A972758847CB}">
      <dgm:prSet/>
      <dgm:spPr/>
      <dgm:t>
        <a:bodyPr/>
        <a:lstStyle/>
        <a:p>
          <a:endParaRPr lang="en-US"/>
        </a:p>
      </dgm:t>
    </dgm:pt>
    <dgm:pt modelId="{579FB05D-8E88-4E6A-8407-E93724940888}" type="sibTrans" cxnId="{C77BD8D2-6B5E-4EAF-82D8-A972758847CB}">
      <dgm:prSet/>
      <dgm:spPr/>
      <dgm:t>
        <a:bodyPr/>
        <a:lstStyle/>
        <a:p>
          <a:endParaRPr lang="en-US"/>
        </a:p>
      </dgm:t>
    </dgm:pt>
    <dgm:pt modelId="{4B345702-D90F-498C-916A-F5B0B2CC5918}">
      <dgm:prSet custT="1"/>
      <dgm:spPr/>
      <dgm:t>
        <a:bodyPr/>
        <a:lstStyle/>
        <a:p>
          <a:r>
            <a:rPr lang="en-US" sz="2000" dirty="0">
              <a:latin typeface="Times New Roman" panose="02020603050405020304" pitchFamily="18" charset="0"/>
              <a:cs typeface="Times New Roman" panose="02020603050405020304" pitchFamily="18" charset="0"/>
            </a:rPr>
            <a:t>Project Management Methodologies</a:t>
          </a:r>
        </a:p>
      </dgm:t>
    </dgm:pt>
    <dgm:pt modelId="{B41A493C-184F-4BF5-8123-46625DE054B2}" type="parTrans" cxnId="{6CEFDBB3-49AE-4C8D-AA71-B24AE4D94709}">
      <dgm:prSet/>
      <dgm:spPr/>
      <dgm:t>
        <a:bodyPr/>
        <a:lstStyle/>
        <a:p>
          <a:endParaRPr lang="en-US"/>
        </a:p>
      </dgm:t>
    </dgm:pt>
    <dgm:pt modelId="{0C1B026F-4A47-4F22-AA7B-04ABB500411B}" type="sibTrans" cxnId="{6CEFDBB3-49AE-4C8D-AA71-B24AE4D94709}">
      <dgm:prSet/>
      <dgm:spPr/>
      <dgm:t>
        <a:bodyPr/>
        <a:lstStyle/>
        <a:p>
          <a:endParaRPr lang="en-US"/>
        </a:p>
      </dgm:t>
    </dgm:pt>
    <dgm:pt modelId="{92FB1D36-3DAB-42EA-B384-7587CC479CDA}">
      <dgm:prSet custT="1"/>
      <dgm:spPr/>
      <dgm:t>
        <a:bodyPr/>
        <a:lstStyle/>
        <a:p>
          <a:r>
            <a:rPr lang="en-US" sz="2000" dirty="0">
              <a:latin typeface="Times New Roman" panose="02020603050405020304" pitchFamily="18" charset="0"/>
              <a:cs typeface="Times New Roman" panose="02020603050405020304" pitchFamily="18" charset="0"/>
            </a:rPr>
            <a:t>Project Management Knowledge Areas</a:t>
          </a:r>
        </a:p>
      </dgm:t>
    </dgm:pt>
    <dgm:pt modelId="{7C2C2039-593D-484C-9724-BC89BCF4E9C9}" type="parTrans" cxnId="{56954935-71E6-43B9-A612-6DF1C6936C9D}">
      <dgm:prSet/>
      <dgm:spPr/>
      <dgm:t>
        <a:bodyPr/>
        <a:lstStyle/>
        <a:p>
          <a:endParaRPr lang="en-US"/>
        </a:p>
      </dgm:t>
    </dgm:pt>
    <dgm:pt modelId="{B61E723A-EA99-4293-A4D5-1E79DD115088}" type="sibTrans" cxnId="{56954935-71E6-43B9-A612-6DF1C6936C9D}">
      <dgm:prSet/>
      <dgm:spPr/>
      <dgm:t>
        <a:bodyPr/>
        <a:lstStyle/>
        <a:p>
          <a:endParaRPr lang="en-US"/>
        </a:p>
      </dgm:t>
    </dgm:pt>
    <dgm:pt modelId="{C4E9255E-E70C-497F-94E8-8EE61B1922BF}">
      <dgm:prSet custT="1"/>
      <dgm:spPr/>
      <dgm:t>
        <a:bodyPr/>
        <a:lstStyle/>
        <a:p>
          <a:r>
            <a:rPr lang="en-US" sz="2000" dirty="0">
              <a:latin typeface="Times New Roman" panose="02020603050405020304" pitchFamily="18" charset="0"/>
              <a:cs typeface="Times New Roman" panose="02020603050405020304" pitchFamily="18" charset="0"/>
            </a:rPr>
            <a:t>Phases of Project Management</a:t>
          </a:r>
        </a:p>
      </dgm:t>
    </dgm:pt>
    <dgm:pt modelId="{C28A1B14-5C7B-4352-8944-018EA69962DC}" type="parTrans" cxnId="{FDB01F79-2F66-43FE-BB14-E0CB1FCCD877}">
      <dgm:prSet/>
      <dgm:spPr/>
      <dgm:t>
        <a:bodyPr/>
        <a:lstStyle/>
        <a:p>
          <a:endParaRPr lang="en-US"/>
        </a:p>
      </dgm:t>
    </dgm:pt>
    <dgm:pt modelId="{5DFA5711-89A8-45B3-9B2E-5C06982492C1}" type="sibTrans" cxnId="{FDB01F79-2F66-43FE-BB14-E0CB1FCCD877}">
      <dgm:prSet/>
      <dgm:spPr/>
      <dgm:t>
        <a:bodyPr/>
        <a:lstStyle/>
        <a:p>
          <a:endParaRPr lang="en-US"/>
        </a:p>
      </dgm:t>
    </dgm:pt>
    <dgm:pt modelId="{2FDA5CA1-B72B-4BE1-BC6C-718C457037BE}">
      <dgm:prSet custT="1"/>
      <dgm:spPr/>
      <dgm:t>
        <a:bodyPr/>
        <a:lstStyle/>
        <a:p>
          <a:r>
            <a:rPr lang="en-US" sz="2000" dirty="0">
              <a:latin typeface="Times New Roman" panose="02020603050405020304" pitchFamily="18" charset="0"/>
              <a:cs typeface="Times New Roman" panose="02020603050405020304" pitchFamily="18" charset="0"/>
            </a:rPr>
            <a:t>Project Management Reports</a:t>
          </a:r>
        </a:p>
      </dgm:t>
    </dgm:pt>
    <dgm:pt modelId="{86E2BA53-F943-4461-89A8-6A60844D0E76}" type="parTrans" cxnId="{DE6F409C-7B83-426E-A2FC-B121925B0B34}">
      <dgm:prSet/>
      <dgm:spPr/>
      <dgm:t>
        <a:bodyPr/>
        <a:lstStyle/>
        <a:p>
          <a:endParaRPr lang="en-US"/>
        </a:p>
      </dgm:t>
    </dgm:pt>
    <dgm:pt modelId="{494C7146-6A29-419F-B287-E6A2F5D0DA18}" type="sibTrans" cxnId="{DE6F409C-7B83-426E-A2FC-B121925B0B34}">
      <dgm:prSet/>
      <dgm:spPr/>
      <dgm:t>
        <a:bodyPr/>
        <a:lstStyle/>
        <a:p>
          <a:endParaRPr lang="en-US"/>
        </a:p>
      </dgm:t>
    </dgm:pt>
    <dgm:pt modelId="{15CD6A72-22B3-48B8-A48B-053A351D6F40}">
      <dgm:prSet custT="1"/>
      <dgm:spPr/>
      <dgm:t>
        <a:bodyPr/>
        <a:lstStyle/>
        <a:p>
          <a:r>
            <a:rPr lang="en-US" sz="2000" dirty="0">
              <a:latin typeface="Times New Roman" panose="02020603050405020304" pitchFamily="18" charset="0"/>
              <a:cs typeface="Times New Roman" panose="02020603050405020304" pitchFamily="18" charset="0"/>
            </a:rPr>
            <a:t>Project Management Tools</a:t>
          </a:r>
        </a:p>
      </dgm:t>
    </dgm:pt>
    <dgm:pt modelId="{DBF65DC8-13F8-4D68-977E-E9E592C34282}" type="parTrans" cxnId="{C13D6232-8811-4152-8572-55B93FDB98FA}">
      <dgm:prSet/>
      <dgm:spPr/>
      <dgm:t>
        <a:bodyPr/>
        <a:lstStyle/>
        <a:p>
          <a:endParaRPr lang="en-US"/>
        </a:p>
      </dgm:t>
    </dgm:pt>
    <dgm:pt modelId="{D67D39C2-3BA0-415A-B7F1-939746BB31D3}" type="sibTrans" cxnId="{C13D6232-8811-4152-8572-55B93FDB98FA}">
      <dgm:prSet/>
      <dgm:spPr/>
      <dgm:t>
        <a:bodyPr/>
        <a:lstStyle/>
        <a:p>
          <a:endParaRPr lang="en-US"/>
        </a:p>
      </dgm:t>
    </dgm:pt>
    <dgm:pt modelId="{3956EF49-88B9-48F0-B214-0CB90FDA4FAC}">
      <dgm:prSet custT="1"/>
      <dgm:spPr/>
      <dgm:t>
        <a:bodyPr/>
        <a:lstStyle/>
        <a:p>
          <a:r>
            <a:rPr lang="en-US" sz="2000" dirty="0">
              <a:latin typeface="Times New Roman" panose="02020603050405020304" pitchFamily="18" charset="0"/>
              <a:cs typeface="Times New Roman" panose="02020603050405020304" pitchFamily="18" charset="0"/>
            </a:rPr>
            <a:t>JIRA</a:t>
          </a:r>
        </a:p>
      </dgm:t>
    </dgm:pt>
    <dgm:pt modelId="{43C151B5-42A7-4D76-8D8F-8A2FF94C9B80}" type="parTrans" cxnId="{667906F7-8CE6-4146-8E53-ED6200F665FC}">
      <dgm:prSet/>
      <dgm:spPr/>
      <dgm:t>
        <a:bodyPr/>
        <a:lstStyle/>
        <a:p>
          <a:endParaRPr lang="en-US"/>
        </a:p>
      </dgm:t>
    </dgm:pt>
    <dgm:pt modelId="{06256FD3-EEF3-4543-92FF-D9E58DF071DA}" type="sibTrans" cxnId="{667906F7-8CE6-4146-8E53-ED6200F665FC}">
      <dgm:prSet/>
      <dgm:spPr/>
      <dgm:t>
        <a:bodyPr/>
        <a:lstStyle/>
        <a:p>
          <a:endParaRPr lang="en-US"/>
        </a:p>
      </dgm:t>
    </dgm:pt>
    <dgm:pt modelId="{71136493-5440-44D3-9475-A8C5B8220540}">
      <dgm:prSet custT="1"/>
      <dgm:spPr/>
      <dgm:t>
        <a:bodyPr/>
        <a:lstStyle/>
        <a:p>
          <a:r>
            <a:rPr lang="en-US" sz="2000" dirty="0">
              <a:latin typeface="Times New Roman" panose="02020603050405020304" pitchFamily="18" charset="0"/>
              <a:cs typeface="Times New Roman" panose="02020603050405020304" pitchFamily="18" charset="0"/>
            </a:rPr>
            <a:t>CONCLUSION</a:t>
          </a:r>
        </a:p>
      </dgm:t>
    </dgm:pt>
    <dgm:pt modelId="{AF242AA5-AE70-4C1C-827A-F0AC1D8FBA2B}" type="parTrans" cxnId="{F0B95F90-D0EF-40ED-A810-44CAE0D85748}">
      <dgm:prSet/>
      <dgm:spPr/>
      <dgm:t>
        <a:bodyPr/>
        <a:lstStyle/>
        <a:p>
          <a:endParaRPr lang="en-US"/>
        </a:p>
      </dgm:t>
    </dgm:pt>
    <dgm:pt modelId="{857B0932-9557-4049-B66D-E4C63BE3B3C5}" type="sibTrans" cxnId="{F0B95F90-D0EF-40ED-A810-44CAE0D85748}">
      <dgm:prSet/>
      <dgm:spPr/>
      <dgm:t>
        <a:bodyPr/>
        <a:lstStyle/>
        <a:p>
          <a:endParaRPr lang="en-US"/>
        </a:p>
      </dgm:t>
    </dgm:pt>
    <dgm:pt modelId="{6BCA31CD-0C90-4985-8102-995E55296572}" type="pres">
      <dgm:prSet presAssocID="{C30583CC-AA29-4F01-8188-A4F9A5DEC25F}" presName="diagram" presStyleCnt="0">
        <dgm:presLayoutVars>
          <dgm:dir/>
          <dgm:resizeHandles val="exact"/>
        </dgm:presLayoutVars>
      </dgm:prSet>
      <dgm:spPr/>
    </dgm:pt>
    <dgm:pt modelId="{D5B7664E-39D7-48BE-94DD-C04AA03B6ADD}" type="pres">
      <dgm:prSet presAssocID="{FDFA13EE-D705-4095-B14F-C6DC8E82427C}" presName="node" presStyleLbl="node1" presStyleIdx="0" presStyleCnt="10">
        <dgm:presLayoutVars>
          <dgm:bulletEnabled val="1"/>
        </dgm:presLayoutVars>
      </dgm:prSet>
      <dgm:spPr/>
    </dgm:pt>
    <dgm:pt modelId="{AB476D29-EE2F-4931-9911-7D1D5F050A16}" type="pres">
      <dgm:prSet presAssocID="{D26EB34A-D497-42F6-A7E3-E3ED9924A012}" presName="sibTrans" presStyleCnt="0"/>
      <dgm:spPr/>
    </dgm:pt>
    <dgm:pt modelId="{C1D121F0-AADD-4260-9E17-8B17CE66641A}" type="pres">
      <dgm:prSet presAssocID="{D08C7808-C1F1-40FD-B9C5-EFEB87E1B0A9}" presName="node" presStyleLbl="node1" presStyleIdx="1" presStyleCnt="10" custLinFactNeighborX="1511" custLinFactNeighborY="-1662">
        <dgm:presLayoutVars>
          <dgm:bulletEnabled val="1"/>
        </dgm:presLayoutVars>
      </dgm:prSet>
      <dgm:spPr/>
    </dgm:pt>
    <dgm:pt modelId="{5AF67FE3-15AC-472F-B3EE-570CC400B6A9}" type="pres">
      <dgm:prSet presAssocID="{FD3DF7B8-B41A-4407-900B-33C664BF22EB}" presName="sibTrans" presStyleCnt="0"/>
      <dgm:spPr/>
    </dgm:pt>
    <dgm:pt modelId="{9C9FD765-9264-4CB3-BC7E-93A4899C266B}" type="pres">
      <dgm:prSet presAssocID="{BBFF7896-DE37-4A03-8E23-4828E336C7C7}" presName="node" presStyleLbl="node1" presStyleIdx="2" presStyleCnt="10">
        <dgm:presLayoutVars>
          <dgm:bulletEnabled val="1"/>
        </dgm:presLayoutVars>
      </dgm:prSet>
      <dgm:spPr/>
    </dgm:pt>
    <dgm:pt modelId="{68AEC7F4-AC45-425B-AE36-8E2FFEF4B287}" type="pres">
      <dgm:prSet presAssocID="{579FB05D-8E88-4E6A-8407-E93724940888}" presName="sibTrans" presStyleCnt="0"/>
      <dgm:spPr/>
    </dgm:pt>
    <dgm:pt modelId="{B9D3F364-4E75-44D4-B28C-2984ACFB3D4F}" type="pres">
      <dgm:prSet presAssocID="{4B345702-D90F-498C-916A-F5B0B2CC5918}" presName="node" presStyleLbl="node1" presStyleIdx="3" presStyleCnt="10">
        <dgm:presLayoutVars>
          <dgm:bulletEnabled val="1"/>
        </dgm:presLayoutVars>
      </dgm:prSet>
      <dgm:spPr/>
    </dgm:pt>
    <dgm:pt modelId="{7D6D013F-7ABE-44FC-A757-A89E6315EA26}" type="pres">
      <dgm:prSet presAssocID="{0C1B026F-4A47-4F22-AA7B-04ABB500411B}" presName="sibTrans" presStyleCnt="0"/>
      <dgm:spPr/>
    </dgm:pt>
    <dgm:pt modelId="{6FA4E34D-740E-4BE5-A6DE-C7C780E56D33}" type="pres">
      <dgm:prSet presAssocID="{92FB1D36-3DAB-42EA-B384-7587CC479CDA}" presName="node" presStyleLbl="node1" presStyleIdx="4" presStyleCnt="10">
        <dgm:presLayoutVars>
          <dgm:bulletEnabled val="1"/>
        </dgm:presLayoutVars>
      </dgm:prSet>
      <dgm:spPr/>
    </dgm:pt>
    <dgm:pt modelId="{891AD110-AAA4-43FD-A98C-9857C96EC618}" type="pres">
      <dgm:prSet presAssocID="{B61E723A-EA99-4293-A4D5-1E79DD115088}" presName="sibTrans" presStyleCnt="0"/>
      <dgm:spPr/>
    </dgm:pt>
    <dgm:pt modelId="{87388587-AB35-441B-A6DE-705E5A1E55B9}" type="pres">
      <dgm:prSet presAssocID="{C4E9255E-E70C-497F-94E8-8EE61B1922BF}" presName="node" presStyleLbl="node1" presStyleIdx="5" presStyleCnt="10">
        <dgm:presLayoutVars>
          <dgm:bulletEnabled val="1"/>
        </dgm:presLayoutVars>
      </dgm:prSet>
      <dgm:spPr/>
    </dgm:pt>
    <dgm:pt modelId="{B5D2D8CE-A0D2-439C-8194-A43890B03B25}" type="pres">
      <dgm:prSet presAssocID="{5DFA5711-89A8-45B3-9B2E-5C06982492C1}" presName="sibTrans" presStyleCnt="0"/>
      <dgm:spPr/>
    </dgm:pt>
    <dgm:pt modelId="{EFCCBA63-65A0-4E6C-AABD-9AE31730EFA8}" type="pres">
      <dgm:prSet presAssocID="{2FDA5CA1-B72B-4BE1-BC6C-718C457037BE}" presName="node" presStyleLbl="node1" presStyleIdx="6" presStyleCnt="10">
        <dgm:presLayoutVars>
          <dgm:bulletEnabled val="1"/>
        </dgm:presLayoutVars>
      </dgm:prSet>
      <dgm:spPr/>
    </dgm:pt>
    <dgm:pt modelId="{20E85D8D-6DF0-4E4B-B89C-71F96BC9E0C9}" type="pres">
      <dgm:prSet presAssocID="{494C7146-6A29-419F-B287-E6A2F5D0DA18}" presName="sibTrans" presStyleCnt="0"/>
      <dgm:spPr/>
    </dgm:pt>
    <dgm:pt modelId="{66916342-5F3D-466A-AAAD-605F7FBF6989}" type="pres">
      <dgm:prSet presAssocID="{15CD6A72-22B3-48B8-A48B-053A351D6F40}" presName="node" presStyleLbl="node1" presStyleIdx="7" presStyleCnt="10">
        <dgm:presLayoutVars>
          <dgm:bulletEnabled val="1"/>
        </dgm:presLayoutVars>
      </dgm:prSet>
      <dgm:spPr/>
    </dgm:pt>
    <dgm:pt modelId="{335B4F43-87D4-4E9E-B481-AD1523425427}" type="pres">
      <dgm:prSet presAssocID="{D67D39C2-3BA0-415A-B7F1-939746BB31D3}" presName="sibTrans" presStyleCnt="0"/>
      <dgm:spPr/>
    </dgm:pt>
    <dgm:pt modelId="{3E3A2932-2266-4665-A490-05AEFC54EFF5}" type="pres">
      <dgm:prSet presAssocID="{3956EF49-88B9-48F0-B214-0CB90FDA4FAC}" presName="node" presStyleLbl="node1" presStyleIdx="8" presStyleCnt="10">
        <dgm:presLayoutVars>
          <dgm:bulletEnabled val="1"/>
        </dgm:presLayoutVars>
      </dgm:prSet>
      <dgm:spPr/>
    </dgm:pt>
    <dgm:pt modelId="{FFADF799-B3F1-4847-BBF2-E32814720318}" type="pres">
      <dgm:prSet presAssocID="{06256FD3-EEF3-4543-92FF-D9E58DF071DA}" presName="sibTrans" presStyleCnt="0"/>
      <dgm:spPr/>
    </dgm:pt>
    <dgm:pt modelId="{0BC04C78-769C-43A6-BA18-0809FC817222}" type="pres">
      <dgm:prSet presAssocID="{71136493-5440-44D3-9475-A8C5B8220540}" presName="node" presStyleLbl="node1" presStyleIdx="9" presStyleCnt="10" custLinFactNeighborX="631" custLinFactNeighborY="813">
        <dgm:presLayoutVars>
          <dgm:bulletEnabled val="1"/>
        </dgm:presLayoutVars>
      </dgm:prSet>
      <dgm:spPr/>
    </dgm:pt>
  </dgm:ptLst>
  <dgm:cxnLst>
    <dgm:cxn modelId="{C2D2410D-A048-4970-95A5-B99FDBBD6C88}" type="presOf" srcId="{D08C7808-C1F1-40FD-B9C5-EFEB87E1B0A9}" destId="{C1D121F0-AADD-4260-9E17-8B17CE66641A}" srcOrd="0" destOrd="0" presId="urn:microsoft.com/office/officeart/2005/8/layout/default"/>
    <dgm:cxn modelId="{2BB6161E-46F3-47C3-A0E1-09176B102661}" type="presOf" srcId="{FDFA13EE-D705-4095-B14F-C6DC8E82427C}" destId="{D5B7664E-39D7-48BE-94DD-C04AA03B6ADD}" srcOrd="0" destOrd="0" presId="urn:microsoft.com/office/officeart/2005/8/layout/default"/>
    <dgm:cxn modelId="{A7CCAE23-A92A-4858-8B6D-ABCBFA7C93C9}" type="presOf" srcId="{C4E9255E-E70C-497F-94E8-8EE61B1922BF}" destId="{87388587-AB35-441B-A6DE-705E5A1E55B9}" srcOrd="0" destOrd="0" presId="urn:microsoft.com/office/officeart/2005/8/layout/default"/>
    <dgm:cxn modelId="{C13D6232-8811-4152-8572-55B93FDB98FA}" srcId="{C30583CC-AA29-4F01-8188-A4F9A5DEC25F}" destId="{15CD6A72-22B3-48B8-A48B-053A351D6F40}" srcOrd="7" destOrd="0" parTransId="{DBF65DC8-13F8-4D68-977E-E9E592C34282}" sibTransId="{D67D39C2-3BA0-415A-B7F1-939746BB31D3}"/>
    <dgm:cxn modelId="{56954935-71E6-43B9-A612-6DF1C6936C9D}" srcId="{C30583CC-AA29-4F01-8188-A4F9A5DEC25F}" destId="{92FB1D36-3DAB-42EA-B384-7587CC479CDA}" srcOrd="4" destOrd="0" parTransId="{7C2C2039-593D-484C-9724-BC89BCF4E9C9}" sibTransId="{B61E723A-EA99-4293-A4D5-1E79DD115088}"/>
    <dgm:cxn modelId="{97E9685C-A6CB-4778-B8A4-2641751F25CB}" type="presOf" srcId="{4B345702-D90F-498C-916A-F5B0B2CC5918}" destId="{B9D3F364-4E75-44D4-B28C-2984ACFB3D4F}" srcOrd="0" destOrd="0" presId="urn:microsoft.com/office/officeart/2005/8/layout/default"/>
    <dgm:cxn modelId="{4E360F69-A3A6-469A-92E6-1708E6AF80E9}" type="presOf" srcId="{92FB1D36-3DAB-42EA-B384-7587CC479CDA}" destId="{6FA4E34D-740E-4BE5-A6DE-C7C780E56D33}" srcOrd="0" destOrd="0" presId="urn:microsoft.com/office/officeart/2005/8/layout/default"/>
    <dgm:cxn modelId="{4584084A-F72F-4AB2-8AE3-871D6E1323C6}" type="presOf" srcId="{C30583CC-AA29-4F01-8188-A4F9A5DEC25F}" destId="{6BCA31CD-0C90-4985-8102-995E55296572}" srcOrd="0" destOrd="0" presId="urn:microsoft.com/office/officeart/2005/8/layout/default"/>
    <dgm:cxn modelId="{3F1CCE4F-7BC7-4D3C-BFDE-D473AE41AC1D}" type="presOf" srcId="{2FDA5CA1-B72B-4BE1-BC6C-718C457037BE}" destId="{EFCCBA63-65A0-4E6C-AABD-9AE31730EFA8}" srcOrd="0" destOrd="0" presId="urn:microsoft.com/office/officeart/2005/8/layout/default"/>
    <dgm:cxn modelId="{02832F53-7E28-43FE-B272-305A54F1C59C}" type="presOf" srcId="{15CD6A72-22B3-48B8-A48B-053A351D6F40}" destId="{66916342-5F3D-466A-AAAD-605F7FBF6989}" srcOrd="0" destOrd="0" presId="urn:microsoft.com/office/officeart/2005/8/layout/default"/>
    <dgm:cxn modelId="{FDB01F79-2F66-43FE-BB14-E0CB1FCCD877}" srcId="{C30583CC-AA29-4F01-8188-A4F9A5DEC25F}" destId="{C4E9255E-E70C-497F-94E8-8EE61B1922BF}" srcOrd="5" destOrd="0" parTransId="{C28A1B14-5C7B-4352-8944-018EA69962DC}" sibTransId="{5DFA5711-89A8-45B3-9B2E-5C06982492C1}"/>
    <dgm:cxn modelId="{EA9AAC89-3ACF-4968-9369-CA99EC9BEE13}" srcId="{C30583CC-AA29-4F01-8188-A4F9A5DEC25F}" destId="{FDFA13EE-D705-4095-B14F-C6DC8E82427C}" srcOrd="0" destOrd="0" parTransId="{D2BD015A-0A97-4B2C-A4CF-46957F2F874B}" sibTransId="{D26EB34A-D497-42F6-A7E3-E3ED9924A012}"/>
    <dgm:cxn modelId="{F0B95F90-D0EF-40ED-A810-44CAE0D85748}" srcId="{C30583CC-AA29-4F01-8188-A4F9A5DEC25F}" destId="{71136493-5440-44D3-9475-A8C5B8220540}" srcOrd="9" destOrd="0" parTransId="{AF242AA5-AE70-4C1C-827A-F0AC1D8FBA2B}" sibTransId="{857B0932-9557-4049-B66D-E4C63BE3B3C5}"/>
    <dgm:cxn modelId="{DE6F409C-7B83-426E-A2FC-B121925B0B34}" srcId="{C30583CC-AA29-4F01-8188-A4F9A5DEC25F}" destId="{2FDA5CA1-B72B-4BE1-BC6C-718C457037BE}" srcOrd="6" destOrd="0" parTransId="{86E2BA53-F943-4461-89A8-6A60844D0E76}" sibTransId="{494C7146-6A29-419F-B287-E6A2F5D0DA18}"/>
    <dgm:cxn modelId="{6CEFDBB3-49AE-4C8D-AA71-B24AE4D94709}" srcId="{C30583CC-AA29-4F01-8188-A4F9A5DEC25F}" destId="{4B345702-D90F-498C-916A-F5B0B2CC5918}" srcOrd="3" destOrd="0" parTransId="{B41A493C-184F-4BF5-8123-46625DE054B2}" sibTransId="{0C1B026F-4A47-4F22-AA7B-04ABB500411B}"/>
    <dgm:cxn modelId="{C57665BE-9037-44ED-A01F-D166392721DA}" srcId="{C30583CC-AA29-4F01-8188-A4F9A5DEC25F}" destId="{D08C7808-C1F1-40FD-B9C5-EFEB87E1B0A9}" srcOrd="1" destOrd="0" parTransId="{E18F0C0E-DFBC-406D-83B5-CC052EC3A4E6}" sibTransId="{FD3DF7B8-B41A-4407-900B-33C664BF22EB}"/>
    <dgm:cxn modelId="{BF0905C4-E6D5-49AF-8FE3-1352EAFD591C}" type="presOf" srcId="{BBFF7896-DE37-4A03-8E23-4828E336C7C7}" destId="{9C9FD765-9264-4CB3-BC7E-93A4899C266B}" srcOrd="0" destOrd="0" presId="urn:microsoft.com/office/officeart/2005/8/layout/default"/>
    <dgm:cxn modelId="{99D7B7C6-63A8-4F39-9971-95B5167C9E07}" type="presOf" srcId="{71136493-5440-44D3-9475-A8C5B8220540}" destId="{0BC04C78-769C-43A6-BA18-0809FC817222}" srcOrd="0" destOrd="0" presId="urn:microsoft.com/office/officeart/2005/8/layout/default"/>
    <dgm:cxn modelId="{DE0E09C8-715A-4CC6-9129-0222B73A4496}" type="presOf" srcId="{3956EF49-88B9-48F0-B214-0CB90FDA4FAC}" destId="{3E3A2932-2266-4665-A490-05AEFC54EFF5}" srcOrd="0" destOrd="0" presId="urn:microsoft.com/office/officeart/2005/8/layout/default"/>
    <dgm:cxn modelId="{C77BD8D2-6B5E-4EAF-82D8-A972758847CB}" srcId="{C30583CC-AA29-4F01-8188-A4F9A5DEC25F}" destId="{BBFF7896-DE37-4A03-8E23-4828E336C7C7}" srcOrd="2" destOrd="0" parTransId="{9779CCAE-7BB4-465D-8164-1EC5D7A786F6}" sibTransId="{579FB05D-8E88-4E6A-8407-E93724940888}"/>
    <dgm:cxn modelId="{667906F7-8CE6-4146-8E53-ED6200F665FC}" srcId="{C30583CC-AA29-4F01-8188-A4F9A5DEC25F}" destId="{3956EF49-88B9-48F0-B214-0CB90FDA4FAC}" srcOrd="8" destOrd="0" parTransId="{43C151B5-42A7-4D76-8D8F-8A2FF94C9B80}" sibTransId="{06256FD3-EEF3-4543-92FF-D9E58DF071DA}"/>
    <dgm:cxn modelId="{51EB7FFD-D439-421C-B894-1245127CCCD1}" type="presParOf" srcId="{6BCA31CD-0C90-4985-8102-995E55296572}" destId="{D5B7664E-39D7-48BE-94DD-C04AA03B6ADD}" srcOrd="0" destOrd="0" presId="urn:microsoft.com/office/officeart/2005/8/layout/default"/>
    <dgm:cxn modelId="{5C0F1084-84F4-47C3-9734-3C5154F23D0A}" type="presParOf" srcId="{6BCA31CD-0C90-4985-8102-995E55296572}" destId="{AB476D29-EE2F-4931-9911-7D1D5F050A16}" srcOrd="1" destOrd="0" presId="urn:microsoft.com/office/officeart/2005/8/layout/default"/>
    <dgm:cxn modelId="{FB4D341E-DB61-4123-9DC4-1D0E6AC68669}" type="presParOf" srcId="{6BCA31CD-0C90-4985-8102-995E55296572}" destId="{C1D121F0-AADD-4260-9E17-8B17CE66641A}" srcOrd="2" destOrd="0" presId="urn:microsoft.com/office/officeart/2005/8/layout/default"/>
    <dgm:cxn modelId="{A225432F-397A-4F71-A164-92BBE9BF47F9}" type="presParOf" srcId="{6BCA31CD-0C90-4985-8102-995E55296572}" destId="{5AF67FE3-15AC-472F-B3EE-570CC400B6A9}" srcOrd="3" destOrd="0" presId="urn:microsoft.com/office/officeart/2005/8/layout/default"/>
    <dgm:cxn modelId="{11DD6295-EB88-4CAA-93F1-03160288ACB2}" type="presParOf" srcId="{6BCA31CD-0C90-4985-8102-995E55296572}" destId="{9C9FD765-9264-4CB3-BC7E-93A4899C266B}" srcOrd="4" destOrd="0" presId="urn:microsoft.com/office/officeart/2005/8/layout/default"/>
    <dgm:cxn modelId="{247120FF-8016-48C9-BDD4-E51A461A2371}" type="presParOf" srcId="{6BCA31CD-0C90-4985-8102-995E55296572}" destId="{68AEC7F4-AC45-425B-AE36-8E2FFEF4B287}" srcOrd="5" destOrd="0" presId="urn:microsoft.com/office/officeart/2005/8/layout/default"/>
    <dgm:cxn modelId="{C58CBDBF-9867-42A5-8711-7129659D2A71}" type="presParOf" srcId="{6BCA31CD-0C90-4985-8102-995E55296572}" destId="{B9D3F364-4E75-44D4-B28C-2984ACFB3D4F}" srcOrd="6" destOrd="0" presId="urn:microsoft.com/office/officeart/2005/8/layout/default"/>
    <dgm:cxn modelId="{26236CEA-A92C-4DD0-BEC4-244BA689FD0F}" type="presParOf" srcId="{6BCA31CD-0C90-4985-8102-995E55296572}" destId="{7D6D013F-7ABE-44FC-A757-A89E6315EA26}" srcOrd="7" destOrd="0" presId="urn:microsoft.com/office/officeart/2005/8/layout/default"/>
    <dgm:cxn modelId="{1928508D-7F74-4AE4-887D-7A37AD9302EC}" type="presParOf" srcId="{6BCA31CD-0C90-4985-8102-995E55296572}" destId="{6FA4E34D-740E-4BE5-A6DE-C7C780E56D33}" srcOrd="8" destOrd="0" presId="urn:microsoft.com/office/officeart/2005/8/layout/default"/>
    <dgm:cxn modelId="{A3CF6A49-7F2F-44E7-B1E6-B289BF65BBC6}" type="presParOf" srcId="{6BCA31CD-0C90-4985-8102-995E55296572}" destId="{891AD110-AAA4-43FD-A98C-9857C96EC618}" srcOrd="9" destOrd="0" presId="urn:microsoft.com/office/officeart/2005/8/layout/default"/>
    <dgm:cxn modelId="{471CD2A7-CD51-4341-AF6D-97DB87B51343}" type="presParOf" srcId="{6BCA31CD-0C90-4985-8102-995E55296572}" destId="{87388587-AB35-441B-A6DE-705E5A1E55B9}" srcOrd="10" destOrd="0" presId="urn:microsoft.com/office/officeart/2005/8/layout/default"/>
    <dgm:cxn modelId="{2129BB57-5F44-4CF6-8BCE-82917BED1E5D}" type="presParOf" srcId="{6BCA31CD-0C90-4985-8102-995E55296572}" destId="{B5D2D8CE-A0D2-439C-8194-A43890B03B25}" srcOrd="11" destOrd="0" presId="urn:microsoft.com/office/officeart/2005/8/layout/default"/>
    <dgm:cxn modelId="{B8CEDB06-8A52-49AD-B0FF-396209FDCE2D}" type="presParOf" srcId="{6BCA31CD-0C90-4985-8102-995E55296572}" destId="{EFCCBA63-65A0-4E6C-AABD-9AE31730EFA8}" srcOrd="12" destOrd="0" presId="urn:microsoft.com/office/officeart/2005/8/layout/default"/>
    <dgm:cxn modelId="{D0D4382B-40B4-489B-BC76-C621D0DFB6AF}" type="presParOf" srcId="{6BCA31CD-0C90-4985-8102-995E55296572}" destId="{20E85D8D-6DF0-4E4B-B89C-71F96BC9E0C9}" srcOrd="13" destOrd="0" presId="urn:microsoft.com/office/officeart/2005/8/layout/default"/>
    <dgm:cxn modelId="{B37118B9-69EC-4870-8BD5-6B7DE801BB08}" type="presParOf" srcId="{6BCA31CD-0C90-4985-8102-995E55296572}" destId="{66916342-5F3D-466A-AAAD-605F7FBF6989}" srcOrd="14" destOrd="0" presId="urn:microsoft.com/office/officeart/2005/8/layout/default"/>
    <dgm:cxn modelId="{FCE25DE0-1CD2-4A4D-A316-0D0545E42515}" type="presParOf" srcId="{6BCA31CD-0C90-4985-8102-995E55296572}" destId="{335B4F43-87D4-4E9E-B481-AD1523425427}" srcOrd="15" destOrd="0" presId="urn:microsoft.com/office/officeart/2005/8/layout/default"/>
    <dgm:cxn modelId="{19C587A6-AD4A-4647-9B70-F0A042CC7B96}" type="presParOf" srcId="{6BCA31CD-0C90-4985-8102-995E55296572}" destId="{3E3A2932-2266-4665-A490-05AEFC54EFF5}" srcOrd="16" destOrd="0" presId="urn:microsoft.com/office/officeart/2005/8/layout/default"/>
    <dgm:cxn modelId="{744E5DBD-4268-4549-B6F2-D5780590BAC9}" type="presParOf" srcId="{6BCA31CD-0C90-4985-8102-995E55296572}" destId="{FFADF799-B3F1-4847-BBF2-E32814720318}" srcOrd="17" destOrd="0" presId="urn:microsoft.com/office/officeart/2005/8/layout/default"/>
    <dgm:cxn modelId="{749073AE-AC15-4C46-961F-6A070FA821B9}" type="presParOf" srcId="{6BCA31CD-0C90-4985-8102-995E55296572}" destId="{0BC04C78-769C-43A6-BA18-0809FC817222}" srcOrd="18"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3B276F5-BEBA-4944-B544-0B6862809CAD}" type="doc">
      <dgm:prSet loTypeId="urn:microsoft.com/office/officeart/2005/8/layout/vList2" loCatId="list" qsTypeId="urn:microsoft.com/office/officeart/2005/8/quickstyle/simple4" qsCatId="simple" csTypeId="urn:microsoft.com/office/officeart/2005/8/colors/colorful5" csCatId="colorful" phldr="1"/>
      <dgm:spPr/>
      <dgm:t>
        <a:bodyPr/>
        <a:lstStyle/>
        <a:p>
          <a:endParaRPr lang="en-US"/>
        </a:p>
      </dgm:t>
    </dgm:pt>
    <dgm:pt modelId="{A8EC57DB-BA31-40AC-B097-7C0B3037E226}">
      <dgm:prSet custT="1"/>
      <dgm:spPr/>
      <dgm:t>
        <a:bodyPr/>
        <a:lstStyle/>
        <a:p>
          <a:r>
            <a:rPr lang="en-US" sz="2000" dirty="0">
              <a:latin typeface="Times New Roman" panose="02020603050405020304" pitchFamily="18" charset="0"/>
              <a:cs typeface="Times New Roman" panose="02020603050405020304" pitchFamily="18" charset="0"/>
            </a:rPr>
            <a:t>Project Overview</a:t>
          </a:r>
        </a:p>
      </dgm:t>
    </dgm:pt>
    <dgm:pt modelId="{A1D0CA8C-A34E-4033-94EE-72B2FC677420}" type="parTrans" cxnId="{8FF1029A-DE6E-4C01-9D27-9F20FEB31A14}">
      <dgm:prSet/>
      <dgm:spPr/>
      <dgm:t>
        <a:bodyPr/>
        <a:lstStyle/>
        <a:p>
          <a:endParaRPr lang="en-US"/>
        </a:p>
      </dgm:t>
    </dgm:pt>
    <dgm:pt modelId="{6929D3D3-EBD3-4A00-AC5C-7530D025E681}" type="sibTrans" cxnId="{8FF1029A-DE6E-4C01-9D27-9F20FEB31A14}">
      <dgm:prSet/>
      <dgm:spPr/>
      <dgm:t>
        <a:bodyPr/>
        <a:lstStyle/>
        <a:p>
          <a:endParaRPr lang="en-US"/>
        </a:p>
      </dgm:t>
    </dgm:pt>
    <dgm:pt modelId="{F657E963-A128-446C-966E-859B5E604372}">
      <dgm:prSet custT="1"/>
      <dgm:spPr/>
      <dgm:t>
        <a:bodyPr/>
        <a:lstStyle/>
        <a:p>
          <a:r>
            <a:rPr lang="en-US" sz="2000" dirty="0">
              <a:latin typeface="Times New Roman" panose="02020603050405020304" pitchFamily="18" charset="0"/>
              <a:cs typeface="Times New Roman" panose="02020603050405020304" pitchFamily="18" charset="0"/>
            </a:rPr>
            <a:t>Project Scope</a:t>
          </a:r>
        </a:p>
      </dgm:t>
    </dgm:pt>
    <dgm:pt modelId="{04A83D1A-0D7D-4EE2-8C83-B892F6C36E6F}" type="parTrans" cxnId="{EBCD8282-DBF0-4E76-9886-E4C0338F71EA}">
      <dgm:prSet/>
      <dgm:spPr/>
      <dgm:t>
        <a:bodyPr/>
        <a:lstStyle/>
        <a:p>
          <a:endParaRPr lang="en-US"/>
        </a:p>
      </dgm:t>
    </dgm:pt>
    <dgm:pt modelId="{7EA8A7B5-A38E-459A-8A8B-5342F9C0B16C}" type="sibTrans" cxnId="{EBCD8282-DBF0-4E76-9886-E4C0338F71EA}">
      <dgm:prSet/>
      <dgm:spPr/>
      <dgm:t>
        <a:bodyPr/>
        <a:lstStyle/>
        <a:p>
          <a:endParaRPr lang="en-US"/>
        </a:p>
      </dgm:t>
    </dgm:pt>
    <dgm:pt modelId="{33992E21-A522-43DF-AF31-A2123FA4181F}">
      <dgm:prSet custT="1"/>
      <dgm:spPr/>
      <dgm:t>
        <a:bodyPr/>
        <a:lstStyle/>
        <a:p>
          <a:r>
            <a:rPr lang="en-US" sz="2000" dirty="0">
              <a:latin typeface="Times New Roman" panose="02020603050405020304" pitchFamily="18" charset="0"/>
              <a:cs typeface="Times New Roman" panose="02020603050405020304" pitchFamily="18" charset="0"/>
            </a:rPr>
            <a:t>Project Schedule</a:t>
          </a:r>
        </a:p>
      </dgm:t>
    </dgm:pt>
    <dgm:pt modelId="{BC821527-630A-42E9-BEA4-40F560FF8540}" type="parTrans" cxnId="{C1CA1F3C-7F1F-4F18-9A0A-2FB844BA3492}">
      <dgm:prSet/>
      <dgm:spPr/>
      <dgm:t>
        <a:bodyPr/>
        <a:lstStyle/>
        <a:p>
          <a:endParaRPr lang="en-US"/>
        </a:p>
      </dgm:t>
    </dgm:pt>
    <dgm:pt modelId="{BC85A7C5-9C2C-451C-B222-30EEFED9E223}" type="sibTrans" cxnId="{C1CA1F3C-7F1F-4F18-9A0A-2FB844BA3492}">
      <dgm:prSet/>
      <dgm:spPr/>
      <dgm:t>
        <a:bodyPr/>
        <a:lstStyle/>
        <a:p>
          <a:endParaRPr lang="en-US"/>
        </a:p>
      </dgm:t>
    </dgm:pt>
    <dgm:pt modelId="{DB9A374E-6E99-4577-962C-02B509384CDA}">
      <dgm:prSet custT="1"/>
      <dgm:spPr/>
      <dgm:t>
        <a:bodyPr/>
        <a:lstStyle/>
        <a:p>
          <a:r>
            <a:rPr lang="en-US" sz="2000" dirty="0">
              <a:latin typeface="Times New Roman" panose="02020603050405020304" pitchFamily="18" charset="0"/>
              <a:cs typeface="Times New Roman" panose="02020603050405020304" pitchFamily="18" charset="0"/>
            </a:rPr>
            <a:t>Project Resources</a:t>
          </a:r>
        </a:p>
      </dgm:t>
    </dgm:pt>
    <dgm:pt modelId="{C190C519-6F8B-4E86-B507-84E3DDA55349}" type="parTrans" cxnId="{50E519DE-669C-4286-925B-4412F90F3C45}">
      <dgm:prSet/>
      <dgm:spPr/>
      <dgm:t>
        <a:bodyPr/>
        <a:lstStyle/>
        <a:p>
          <a:endParaRPr lang="en-US"/>
        </a:p>
      </dgm:t>
    </dgm:pt>
    <dgm:pt modelId="{1893FEC2-E39E-4800-8BB1-E7ED63980EBC}" type="sibTrans" cxnId="{50E519DE-669C-4286-925B-4412F90F3C45}">
      <dgm:prSet/>
      <dgm:spPr/>
      <dgm:t>
        <a:bodyPr/>
        <a:lstStyle/>
        <a:p>
          <a:endParaRPr lang="en-US"/>
        </a:p>
      </dgm:t>
    </dgm:pt>
    <dgm:pt modelId="{7EAA7F7E-5516-43CB-8376-8B659A56C500}">
      <dgm:prSet custT="1"/>
      <dgm:spPr/>
      <dgm:t>
        <a:bodyPr/>
        <a:lstStyle/>
        <a:p>
          <a:r>
            <a:rPr lang="en-US" sz="2000" dirty="0">
              <a:latin typeface="Times New Roman" panose="02020603050405020304" pitchFamily="18" charset="0"/>
              <a:cs typeface="Times New Roman" panose="02020603050405020304" pitchFamily="18" charset="0"/>
            </a:rPr>
            <a:t>Project Budget</a:t>
          </a:r>
        </a:p>
      </dgm:t>
    </dgm:pt>
    <dgm:pt modelId="{F75C7ED5-C6BF-4FF7-95A7-867A0EB19921}" type="parTrans" cxnId="{3E034626-EE44-4A03-B4A3-A9586A06E6F2}">
      <dgm:prSet/>
      <dgm:spPr/>
      <dgm:t>
        <a:bodyPr/>
        <a:lstStyle/>
        <a:p>
          <a:endParaRPr lang="en-US"/>
        </a:p>
      </dgm:t>
    </dgm:pt>
    <dgm:pt modelId="{5F2000A2-64E7-4555-907D-E73BEF33F874}" type="sibTrans" cxnId="{3E034626-EE44-4A03-B4A3-A9586A06E6F2}">
      <dgm:prSet/>
      <dgm:spPr/>
      <dgm:t>
        <a:bodyPr/>
        <a:lstStyle/>
        <a:p>
          <a:endParaRPr lang="en-US"/>
        </a:p>
      </dgm:t>
    </dgm:pt>
    <dgm:pt modelId="{59A9883E-160D-4F4B-9A06-FE550F23C2FA}">
      <dgm:prSet custT="1"/>
      <dgm:spPr/>
      <dgm:t>
        <a:bodyPr/>
        <a:lstStyle/>
        <a:p>
          <a:r>
            <a:rPr lang="en-US" sz="2000" dirty="0">
              <a:latin typeface="Times New Roman" panose="02020603050405020304" pitchFamily="18" charset="0"/>
              <a:cs typeface="Times New Roman" panose="02020603050405020304" pitchFamily="18" charset="0"/>
            </a:rPr>
            <a:t>Communication Plan</a:t>
          </a:r>
        </a:p>
      </dgm:t>
    </dgm:pt>
    <dgm:pt modelId="{DA67A5A8-B0BB-454C-84EE-5FB873C5D9BC}" type="parTrans" cxnId="{8EF1A607-002E-4538-BC1C-9D0B0717C9C3}">
      <dgm:prSet/>
      <dgm:spPr/>
      <dgm:t>
        <a:bodyPr/>
        <a:lstStyle/>
        <a:p>
          <a:endParaRPr lang="en-US"/>
        </a:p>
      </dgm:t>
    </dgm:pt>
    <dgm:pt modelId="{3F002422-AA1E-4EE9-A998-B64839410506}" type="sibTrans" cxnId="{8EF1A607-002E-4538-BC1C-9D0B0717C9C3}">
      <dgm:prSet/>
      <dgm:spPr/>
      <dgm:t>
        <a:bodyPr/>
        <a:lstStyle/>
        <a:p>
          <a:endParaRPr lang="en-US"/>
        </a:p>
      </dgm:t>
    </dgm:pt>
    <dgm:pt modelId="{A0B66843-A8B6-4AAD-B247-9C3A3FC61CBC}" type="pres">
      <dgm:prSet presAssocID="{03B276F5-BEBA-4944-B544-0B6862809CAD}" presName="linear" presStyleCnt="0">
        <dgm:presLayoutVars>
          <dgm:animLvl val="lvl"/>
          <dgm:resizeHandles val="exact"/>
        </dgm:presLayoutVars>
      </dgm:prSet>
      <dgm:spPr/>
    </dgm:pt>
    <dgm:pt modelId="{A54406EC-9110-4870-A1F7-7FBD257F3D9B}" type="pres">
      <dgm:prSet presAssocID="{A8EC57DB-BA31-40AC-B097-7C0B3037E226}" presName="parentText" presStyleLbl="node1" presStyleIdx="0" presStyleCnt="6" custScaleY="90909">
        <dgm:presLayoutVars>
          <dgm:chMax val="0"/>
          <dgm:bulletEnabled val="1"/>
        </dgm:presLayoutVars>
      </dgm:prSet>
      <dgm:spPr/>
    </dgm:pt>
    <dgm:pt modelId="{170DC3A4-CCD1-4F78-A5DE-894923FEE83D}" type="pres">
      <dgm:prSet presAssocID="{6929D3D3-EBD3-4A00-AC5C-7530D025E681}" presName="spacer" presStyleCnt="0"/>
      <dgm:spPr/>
    </dgm:pt>
    <dgm:pt modelId="{7CE7D88E-177F-4BFA-A5CD-F66678555C5A}" type="pres">
      <dgm:prSet presAssocID="{F657E963-A128-446C-966E-859B5E604372}" presName="parentText" presStyleLbl="node1" presStyleIdx="1" presStyleCnt="6">
        <dgm:presLayoutVars>
          <dgm:chMax val="0"/>
          <dgm:bulletEnabled val="1"/>
        </dgm:presLayoutVars>
      </dgm:prSet>
      <dgm:spPr/>
    </dgm:pt>
    <dgm:pt modelId="{DEEEFEE2-C4A3-440D-9F53-E646838C38C3}" type="pres">
      <dgm:prSet presAssocID="{7EA8A7B5-A38E-459A-8A8B-5342F9C0B16C}" presName="spacer" presStyleCnt="0"/>
      <dgm:spPr/>
    </dgm:pt>
    <dgm:pt modelId="{A36ECCD1-5259-4550-8797-9CB0A46D3465}" type="pres">
      <dgm:prSet presAssocID="{33992E21-A522-43DF-AF31-A2123FA4181F}" presName="parentText" presStyleLbl="node1" presStyleIdx="2" presStyleCnt="6">
        <dgm:presLayoutVars>
          <dgm:chMax val="0"/>
          <dgm:bulletEnabled val="1"/>
        </dgm:presLayoutVars>
      </dgm:prSet>
      <dgm:spPr/>
    </dgm:pt>
    <dgm:pt modelId="{15BBAFC2-D5E0-4AEC-9A67-E210EB007F79}" type="pres">
      <dgm:prSet presAssocID="{BC85A7C5-9C2C-451C-B222-30EEFED9E223}" presName="spacer" presStyleCnt="0"/>
      <dgm:spPr/>
    </dgm:pt>
    <dgm:pt modelId="{B574E16E-88C9-4B9C-B5E8-717CE1163E4C}" type="pres">
      <dgm:prSet presAssocID="{DB9A374E-6E99-4577-962C-02B509384CDA}" presName="parentText" presStyleLbl="node1" presStyleIdx="3" presStyleCnt="6" custLinFactNeighborX="725" custLinFactNeighborY="1639">
        <dgm:presLayoutVars>
          <dgm:chMax val="0"/>
          <dgm:bulletEnabled val="1"/>
        </dgm:presLayoutVars>
      </dgm:prSet>
      <dgm:spPr/>
    </dgm:pt>
    <dgm:pt modelId="{0F3BF256-61B5-4D20-947B-05DE7506D3F8}" type="pres">
      <dgm:prSet presAssocID="{1893FEC2-E39E-4800-8BB1-E7ED63980EBC}" presName="spacer" presStyleCnt="0"/>
      <dgm:spPr/>
    </dgm:pt>
    <dgm:pt modelId="{8C5E6559-F7AA-47FE-AD60-1310BD37CB25}" type="pres">
      <dgm:prSet presAssocID="{7EAA7F7E-5516-43CB-8376-8B659A56C500}" presName="parentText" presStyleLbl="node1" presStyleIdx="4" presStyleCnt="6">
        <dgm:presLayoutVars>
          <dgm:chMax val="0"/>
          <dgm:bulletEnabled val="1"/>
        </dgm:presLayoutVars>
      </dgm:prSet>
      <dgm:spPr/>
    </dgm:pt>
    <dgm:pt modelId="{B4A9E70D-1C88-4F95-9F8E-76CB1DD062F6}" type="pres">
      <dgm:prSet presAssocID="{5F2000A2-64E7-4555-907D-E73BEF33F874}" presName="spacer" presStyleCnt="0"/>
      <dgm:spPr/>
    </dgm:pt>
    <dgm:pt modelId="{BAD711E8-5C35-4DE0-86D4-9C1AF6D34055}" type="pres">
      <dgm:prSet presAssocID="{59A9883E-160D-4F4B-9A06-FE550F23C2FA}" presName="parentText" presStyleLbl="node1" presStyleIdx="5" presStyleCnt="6">
        <dgm:presLayoutVars>
          <dgm:chMax val="0"/>
          <dgm:bulletEnabled val="1"/>
        </dgm:presLayoutVars>
      </dgm:prSet>
      <dgm:spPr/>
    </dgm:pt>
  </dgm:ptLst>
  <dgm:cxnLst>
    <dgm:cxn modelId="{8EF1A607-002E-4538-BC1C-9D0B0717C9C3}" srcId="{03B276F5-BEBA-4944-B544-0B6862809CAD}" destId="{59A9883E-160D-4F4B-9A06-FE550F23C2FA}" srcOrd="5" destOrd="0" parTransId="{DA67A5A8-B0BB-454C-84EE-5FB873C5D9BC}" sibTransId="{3F002422-AA1E-4EE9-A998-B64839410506}"/>
    <dgm:cxn modelId="{3E034626-EE44-4A03-B4A3-A9586A06E6F2}" srcId="{03B276F5-BEBA-4944-B544-0B6862809CAD}" destId="{7EAA7F7E-5516-43CB-8376-8B659A56C500}" srcOrd="4" destOrd="0" parTransId="{F75C7ED5-C6BF-4FF7-95A7-867A0EB19921}" sibTransId="{5F2000A2-64E7-4555-907D-E73BEF33F874}"/>
    <dgm:cxn modelId="{D2B08836-16BB-48C1-8EBE-73A85B955FCB}" type="presOf" srcId="{33992E21-A522-43DF-AF31-A2123FA4181F}" destId="{A36ECCD1-5259-4550-8797-9CB0A46D3465}" srcOrd="0" destOrd="0" presId="urn:microsoft.com/office/officeart/2005/8/layout/vList2"/>
    <dgm:cxn modelId="{C1CA1F3C-7F1F-4F18-9A0A-2FB844BA3492}" srcId="{03B276F5-BEBA-4944-B544-0B6862809CAD}" destId="{33992E21-A522-43DF-AF31-A2123FA4181F}" srcOrd="2" destOrd="0" parTransId="{BC821527-630A-42E9-BEA4-40F560FF8540}" sibTransId="{BC85A7C5-9C2C-451C-B222-30EEFED9E223}"/>
    <dgm:cxn modelId="{4CFEB33C-3137-4AA4-9204-B4469B92C769}" type="presOf" srcId="{F657E963-A128-446C-966E-859B5E604372}" destId="{7CE7D88E-177F-4BFA-A5CD-F66678555C5A}" srcOrd="0" destOrd="0" presId="urn:microsoft.com/office/officeart/2005/8/layout/vList2"/>
    <dgm:cxn modelId="{4757C864-571D-44ED-A3C4-B99BB7368FE5}" type="presOf" srcId="{A8EC57DB-BA31-40AC-B097-7C0B3037E226}" destId="{A54406EC-9110-4870-A1F7-7FBD257F3D9B}" srcOrd="0" destOrd="0" presId="urn:microsoft.com/office/officeart/2005/8/layout/vList2"/>
    <dgm:cxn modelId="{03D03574-7C84-4BBE-BD97-6BADB340FE51}" type="presOf" srcId="{7EAA7F7E-5516-43CB-8376-8B659A56C500}" destId="{8C5E6559-F7AA-47FE-AD60-1310BD37CB25}" srcOrd="0" destOrd="0" presId="urn:microsoft.com/office/officeart/2005/8/layout/vList2"/>
    <dgm:cxn modelId="{EBCD8282-DBF0-4E76-9886-E4C0338F71EA}" srcId="{03B276F5-BEBA-4944-B544-0B6862809CAD}" destId="{F657E963-A128-446C-966E-859B5E604372}" srcOrd="1" destOrd="0" parTransId="{04A83D1A-0D7D-4EE2-8C83-B892F6C36E6F}" sibTransId="{7EA8A7B5-A38E-459A-8A8B-5342F9C0B16C}"/>
    <dgm:cxn modelId="{17B76595-2D72-40A6-8D78-754FCD9D7213}" type="presOf" srcId="{DB9A374E-6E99-4577-962C-02B509384CDA}" destId="{B574E16E-88C9-4B9C-B5E8-717CE1163E4C}" srcOrd="0" destOrd="0" presId="urn:microsoft.com/office/officeart/2005/8/layout/vList2"/>
    <dgm:cxn modelId="{8FF1029A-DE6E-4C01-9D27-9F20FEB31A14}" srcId="{03B276F5-BEBA-4944-B544-0B6862809CAD}" destId="{A8EC57DB-BA31-40AC-B097-7C0B3037E226}" srcOrd="0" destOrd="0" parTransId="{A1D0CA8C-A34E-4033-94EE-72B2FC677420}" sibTransId="{6929D3D3-EBD3-4A00-AC5C-7530D025E681}"/>
    <dgm:cxn modelId="{50E519DE-669C-4286-925B-4412F90F3C45}" srcId="{03B276F5-BEBA-4944-B544-0B6862809CAD}" destId="{DB9A374E-6E99-4577-962C-02B509384CDA}" srcOrd="3" destOrd="0" parTransId="{C190C519-6F8B-4E86-B507-84E3DDA55349}" sibTransId="{1893FEC2-E39E-4800-8BB1-E7ED63980EBC}"/>
    <dgm:cxn modelId="{40E5A9E5-7517-4BF1-96B6-834C19BB327D}" type="presOf" srcId="{03B276F5-BEBA-4944-B544-0B6862809CAD}" destId="{A0B66843-A8B6-4AAD-B247-9C3A3FC61CBC}" srcOrd="0" destOrd="0" presId="urn:microsoft.com/office/officeart/2005/8/layout/vList2"/>
    <dgm:cxn modelId="{BDE9A5F5-C3A9-4366-AB51-AB2AA4BACE68}" type="presOf" srcId="{59A9883E-160D-4F4B-9A06-FE550F23C2FA}" destId="{BAD711E8-5C35-4DE0-86D4-9C1AF6D34055}" srcOrd="0" destOrd="0" presId="urn:microsoft.com/office/officeart/2005/8/layout/vList2"/>
    <dgm:cxn modelId="{3491A332-1851-42DF-B133-8E4C14D20897}" type="presParOf" srcId="{A0B66843-A8B6-4AAD-B247-9C3A3FC61CBC}" destId="{A54406EC-9110-4870-A1F7-7FBD257F3D9B}" srcOrd="0" destOrd="0" presId="urn:microsoft.com/office/officeart/2005/8/layout/vList2"/>
    <dgm:cxn modelId="{5A84EB50-A50A-4FBD-BC6A-8E4529F88728}" type="presParOf" srcId="{A0B66843-A8B6-4AAD-B247-9C3A3FC61CBC}" destId="{170DC3A4-CCD1-4F78-A5DE-894923FEE83D}" srcOrd="1" destOrd="0" presId="urn:microsoft.com/office/officeart/2005/8/layout/vList2"/>
    <dgm:cxn modelId="{A1B6407A-701E-4DCD-A093-DD02B79EB744}" type="presParOf" srcId="{A0B66843-A8B6-4AAD-B247-9C3A3FC61CBC}" destId="{7CE7D88E-177F-4BFA-A5CD-F66678555C5A}" srcOrd="2" destOrd="0" presId="urn:microsoft.com/office/officeart/2005/8/layout/vList2"/>
    <dgm:cxn modelId="{0015B55D-B865-454F-9060-26B47919951D}" type="presParOf" srcId="{A0B66843-A8B6-4AAD-B247-9C3A3FC61CBC}" destId="{DEEEFEE2-C4A3-440D-9F53-E646838C38C3}" srcOrd="3" destOrd="0" presId="urn:microsoft.com/office/officeart/2005/8/layout/vList2"/>
    <dgm:cxn modelId="{9871EB41-A785-4F36-A176-47176695129B}" type="presParOf" srcId="{A0B66843-A8B6-4AAD-B247-9C3A3FC61CBC}" destId="{A36ECCD1-5259-4550-8797-9CB0A46D3465}" srcOrd="4" destOrd="0" presId="urn:microsoft.com/office/officeart/2005/8/layout/vList2"/>
    <dgm:cxn modelId="{8346614C-ED65-4C66-84C2-029096C3F04A}" type="presParOf" srcId="{A0B66843-A8B6-4AAD-B247-9C3A3FC61CBC}" destId="{15BBAFC2-D5E0-4AEC-9A67-E210EB007F79}" srcOrd="5" destOrd="0" presId="urn:microsoft.com/office/officeart/2005/8/layout/vList2"/>
    <dgm:cxn modelId="{E7599DB3-BC07-42DB-826B-CC3C8A2AB1B8}" type="presParOf" srcId="{A0B66843-A8B6-4AAD-B247-9C3A3FC61CBC}" destId="{B574E16E-88C9-4B9C-B5E8-717CE1163E4C}" srcOrd="6" destOrd="0" presId="urn:microsoft.com/office/officeart/2005/8/layout/vList2"/>
    <dgm:cxn modelId="{944D276D-09D5-48C6-821F-77E80E0CDB98}" type="presParOf" srcId="{A0B66843-A8B6-4AAD-B247-9C3A3FC61CBC}" destId="{0F3BF256-61B5-4D20-947B-05DE7506D3F8}" srcOrd="7" destOrd="0" presId="urn:microsoft.com/office/officeart/2005/8/layout/vList2"/>
    <dgm:cxn modelId="{77AE237F-18E3-4569-B3C0-DC37B48650A3}" type="presParOf" srcId="{A0B66843-A8B6-4AAD-B247-9C3A3FC61CBC}" destId="{8C5E6559-F7AA-47FE-AD60-1310BD37CB25}" srcOrd="8" destOrd="0" presId="urn:microsoft.com/office/officeart/2005/8/layout/vList2"/>
    <dgm:cxn modelId="{90C0702D-ADC2-4FF4-BEB6-059EBDC0F42B}" type="presParOf" srcId="{A0B66843-A8B6-4AAD-B247-9C3A3FC61CBC}" destId="{B4A9E70D-1C88-4F95-9F8E-76CB1DD062F6}" srcOrd="9" destOrd="0" presId="urn:microsoft.com/office/officeart/2005/8/layout/vList2"/>
    <dgm:cxn modelId="{12BC90A7-D718-4652-B183-C017DECAE345}" type="presParOf" srcId="{A0B66843-A8B6-4AAD-B247-9C3A3FC61CBC}" destId="{BAD711E8-5C35-4DE0-86D4-9C1AF6D34055}" srcOrd="1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0A2D922-E8A6-461C-BE14-F999B014F85E}" type="doc">
      <dgm:prSet loTypeId="urn:microsoft.com/office/officeart/2005/8/layout/default" loCatId="list" qsTypeId="urn:microsoft.com/office/officeart/2005/8/quickstyle/simple2" qsCatId="simple" csTypeId="urn:microsoft.com/office/officeart/2005/8/colors/colorful1" csCatId="colorful"/>
      <dgm:spPr/>
      <dgm:t>
        <a:bodyPr/>
        <a:lstStyle/>
        <a:p>
          <a:endParaRPr lang="en-US"/>
        </a:p>
      </dgm:t>
    </dgm:pt>
    <dgm:pt modelId="{32AD15C3-4ECD-4222-AB9E-9B17E1047EFE}">
      <dgm:prSet custT="1"/>
      <dgm:spPr/>
      <dgm:t>
        <a:bodyPr/>
        <a:lstStyle/>
        <a:p>
          <a:r>
            <a:rPr lang="en-US" sz="2000" dirty="0">
              <a:latin typeface="Times New Roman" panose="02020603050405020304" pitchFamily="18" charset="0"/>
              <a:cs typeface="Times New Roman" panose="02020603050405020304" pitchFamily="18" charset="0"/>
            </a:rPr>
            <a:t>Integration Management</a:t>
          </a:r>
        </a:p>
      </dgm:t>
    </dgm:pt>
    <dgm:pt modelId="{37804B7E-27E1-43D4-9A28-E4C92C13EB4F}" type="parTrans" cxnId="{156E3040-CBD9-4544-84B8-891FBCCDA74E}">
      <dgm:prSet/>
      <dgm:spPr/>
      <dgm:t>
        <a:bodyPr/>
        <a:lstStyle/>
        <a:p>
          <a:endParaRPr lang="en-US"/>
        </a:p>
      </dgm:t>
    </dgm:pt>
    <dgm:pt modelId="{20FE6E2D-F8F9-4C9E-9276-CCC3F16205B2}" type="sibTrans" cxnId="{156E3040-CBD9-4544-84B8-891FBCCDA74E}">
      <dgm:prSet/>
      <dgm:spPr/>
      <dgm:t>
        <a:bodyPr/>
        <a:lstStyle/>
        <a:p>
          <a:endParaRPr lang="en-US"/>
        </a:p>
      </dgm:t>
    </dgm:pt>
    <dgm:pt modelId="{B40DCAD9-C7C6-4213-8C04-3D066C06861F}">
      <dgm:prSet custT="1"/>
      <dgm:spPr/>
      <dgm:t>
        <a:bodyPr/>
        <a:lstStyle/>
        <a:p>
          <a:r>
            <a:rPr lang="en-US" sz="2000" dirty="0">
              <a:latin typeface="Times New Roman" panose="02020603050405020304" pitchFamily="18" charset="0"/>
              <a:cs typeface="Times New Roman" panose="02020603050405020304" pitchFamily="18" charset="0"/>
            </a:rPr>
            <a:t>Scope Management</a:t>
          </a:r>
        </a:p>
      </dgm:t>
    </dgm:pt>
    <dgm:pt modelId="{B41311A2-AF7A-46D9-BF06-041F9A1A869C}" type="parTrans" cxnId="{F3DBC171-4175-41A3-9DB6-AAFA49F0725A}">
      <dgm:prSet/>
      <dgm:spPr/>
      <dgm:t>
        <a:bodyPr/>
        <a:lstStyle/>
        <a:p>
          <a:endParaRPr lang="en-US"/>
        </a:p>
      </dgm:t>
    </dgm:pt>
    <dgm:pt modelId="{970E2C1E-24A1-433A-9A5D-A24605B2AF2E}" type="sibTrans" cxnId="{F3DBC171-4175-41A3-9DB6-AAFA49F0725A}">
      <dgm:prSet/>
      <dgm:spPr/>
      <dgm:t>
        <a:bodyPr/>
        <a:lstStyle/>
        <a:p>
          <a:endParaRPr lang="en-US"/>
        </a:p>
      </dgm:t>
    </dgm:pt>
    <dgm:pt modelId="{A5978080-C801-40E6-B2F9-EB57E0638ED5}">
      <dgm:prSet custT="1"/>
      <dgm:spPr/>
      <dgm:t>
        <a:bodyPr/>
        <a:lstStyle/>
        <a:p>
          <a:r>
            <a:rPr lang="en-US" sz="2000" dirty="0">
              <a:latin typeface="Times New Roman" panose="02020603050405020304" pitchFamily="18" charset="0"/>
              <a:cs typeface="Times New Roman" panose="02020603050405020304" pitchFamily="18" charset="0"/>
            </a:rPr>
            <a:t>Schedule Management</a:t>
          </a:r>
        </a:p>
      </dgm:t>
    </dgm:pt>
    <dgm:pt modelId="{E88AEF5C-04C0-47EC-86FD-4475DDE2C857}" type="parTrans" cxnId="{456B8FAE-FF82-4565-8793-7BDC22168127}">
      <dgm:prSet/>
      <dgm:spPr/>
      <dgm:t>
        <a:bodyPr/>
        <a:lstStyle/>
        <a:p>
          <a:endParaRPr lang="en-US"/>
        </a:p>
      </dgm:t>
    </dgm:pt>
    <dgm:pt modelId="{6412DFAF-CDDA-4E98-A1B9-E3BCC20EF2E7}" type="sibTrans" cxnId="{456B8FAE-FF82-4565-8793-7BDC22168127}">
      <dgm:prSet/>
      <dgm:spPr/>
      <dgm:t>
        <a:bodyPr/>
        <a:lstStyle/>
        <a:p>
          <a:endParaRPr lang="en-US"/>
        </a:p>
      </dgm:t>
    </dgm:pt>
    <dgm:pt modelId="{EC6A6C02-E26C-4F6A-A5B5-742D0F61E5B3}">
      <dgm:prSet custT="1"/>
      <dgm:spPr/>
      <dgm:t>
        <a:bodyPr/>
        <a:lstStyle/>
        <a:p>
          <a:r>
            <a:rPr lang="en-US" sz="2000" dirty="0">
              <a:latin typeface="Times New Roman" panose="02020603050405020304" pitchFamily="18" charset="0"/>
              <a:cs typeface="Times New Roman" panose="02020603050405020304" pitchFamily="18" charset="0"/>
            </a:rPr>
            <a:t>Cost Management</a:t>
          </a:r>
        </a:p>
      </dgm:t>
    </dgm:pt>
    <dgm:pt modelId="{A06A7736-E018-46A9-8183-C533354E04F5}" type="parTrans" cxnId="{A57585D6-78CF-4DE1-A5B6-4E56DCBCC7D8}">
      <dgm:prSet/>
      <dgm:spPr/>
      <dgm:t>
        <a:bodyPr/>
        <a:lstStyle/>
        <a:p>
          <a:endParaRPr lang="en-US"/>
        </a:p>
      </dgm:t>
    </dgm:pt>
    <dgm:pt modelId="{B548543B-A1A2-42D7-84F4-A9D201DBD9F3}" type="sibTrans" cxnId="{A57585D6-78CF-4DE1-A5B6-4E56DCBCC7D8}">
      <dgm:prSet/>
      <dgm:spPr/>
      <dgm:t>
        <a:bodyPr/>
        <a:lstStyle/>
        <a:p>
          <a:endParaRPr lang="en-US"/>
        </a:p>
      </dgm:t>
    </dgm:pt>
    <dgm:pt modelId="{51FF8BBB-E560-4BDB-9E21-B1049C4E48B7}">
      <dgm:prSet custT="1"/>
      <dgm:spPr/>
      <dgm:t>
        <a:bodyPr/>
        <a:lstStyle/>
        <a:p>
          <a:r>
            <a:rPr lang="en-US" sz="2000" dirty="0">
              <a:latin typeface="Times New Roman" panose="02020603050405020304" pitchFamily="18" charset="0"/>
              <a:cs typeface="Times New Roman" panose="02020603050405020304" pitchFamily="18" charset="0"/>
            </a:rPr>
            <a:t>Quality Management</a:t>
          </a:r>
        </a:p>
      </dgm:t>
    </dgm:pt>
    <dgm:pt modelId="{A44BED5A-ABE1-4F39-BEE8-B272A75DB3EE}" type="parTrans" cxnId="{849DA621-879A-4D37-8D6B-ECEC502BCFEC}">
      <dgm:prSet/>
      <dgm:spPr/>
      <dgm:t>
        <a:bodyPr/>
        <a:lstStyle/>
        <a:p>
          <a:endParaRPr lang="en-US"/>
        </a:p>
      </dgm:t>
    </dgm:pt>
    <dgm:pt modelId="{02781950-8A71-4A86-BBB0-C5FFA581DDB6}" type="sibTrans" cxnId="{849DA621-879A-4D37-8D6B-ECEC502BCFEC}">
      <dgm:prSet/>
      <dgm:spPr/>
      <dgm:t>
        <a:bodyPr/>
        <a:lstStyle/>
        <a:p>
          <a:endParaRPr lang="en-US"/>
        </a:p>
      </dgm:t>
    </dgm:pt>
    <dgm:pt modelId="{473AF341-4774-420E-847B-68F17DD875CB}">
      <dgm:prSet custT="1"/>
      <dgm:spPr/>
      <dgm:t>
        <a:bodyPr/>
        <a:lstStyle/>
        <a:p>
          <a:r>
            <a:rPr lang="en-US" sz="2000" dirty="0">
              <a:latin typeface="Times New Roman" panose="02020603050405020304" pitchFamily="18" charset="0"/>
              <a:cs typeface="Times New Roman" panose="02020603050405020304" pitchFamily="18" charset="0"/>
            </a:rPr>
            <a:t>Resource Management</a:t>
          </a:r>
        </a:p>
      </dgm:t>
    </dgm:pt>
    <dgm:pt modelId="{A006E022-7BC0-42D5-8D65-D9DD46068BA0}" type="parTrans" cxnId="{ADEED8B1-09BA-4760-9183-74C47184673E}">
      <dgm:prSet/>
      <dgm:spPr/>
      <dgm:t>
        <a:bodyPr/>
        <a:lstStyle/>
        <a:p>
          <a:endParaRPr lang="en-US"/>
        </a:p>
      </dgm:t>
    </dgm:pt>
    <dgm:pt modelId="{73C1C068-0E7D-4BF8-99EE-5ADAE44E120E}" type="sibTrans" cxnId="{ADEED8B1-09BA-4760-9183-74C47184673E}">
      <dgm:prSet/>
      <dgm:spPr/>
      <dgm:t>
        <a:bodyPr/>
        <a:lstStyle/>
        <a:p>
          <a:endParaRPr lang="en-US"/>
        </a:p>
      </dgm:t>
    </dgm:pt>
    <dgm:pt modelId="{E1B142C2-3618-4C3B-9282-B96D1B5AF123}">
      <dgm:prSet custT="1"/>
      <dgm:spPr/>
      <dgm:t>
        <a:bodyPr/>
        <a:lstStyle/>
        <a:p>
          <a:r>
            <a:rPr lang="en-US" sz="2000" dirty="0">
              <a:latin typeface="Times New Roman" panose="02020603050405020304" pitchFamily="18" charset="0"/>
              <a:cs typeface="Times New Roman" panose="02020603050405020304" pitchFamily="18" charset="0"/>
            </a:rPr>
            <a:t>Communications Management</a:t>
          </a:r>
        </a:p>
      </dgm:t>
    </dgm:pt>
    <dgm:pt modelId="{0F2EF3E6-926E-439A-86AE-D50BB6DF3116}" type="parTrans" cxnId="{9B8ADBE4-2EC6-486F-887A-75E4B2326953}">
      <dgm:prSet/>
      <dgm:spPr/>
      <dgm:t>
        <a:bodyPr/>
        <a:lstStyle/>
        <a:p>
          <a:endParaRPr lang="en-US"/>
        </a:p>
      </dgm:t>
    </dgm:pt>
    <dgm:pt modelId="{E9753E11-AB70-4631-86E5-8B8FB4ADF61E}" type="sibTrans" cxnId="{9B8ADBE4-2EC6-486F-887A-75E4B2326953}">
      <dgm:prSet/>
      <dgm:spPr/>
      <dgm:t>
        <a:bodyPr/>
        <a:lstStyle/>
        <a:p>
          <a:endParaRPr lang="en-US"/>
        </a:p>
      </dgm:t>
    </dgm:pt>
    <dgm:pt modelId="{249E310A-1427-4E10-B1B5-D527C07243E4}">
      <dgm:prSet custT="1"/>
      <dgm:spPr/>
      <dgm:t>
        <a:bodyPr/>
        <a:lstStyle/>
        <a:p>
          <a:r>
            <a:rPr lang="en-US" sz="2000" dirty="0">
              <a:latin typeface="Times New Roman" panose="02020603050405020304" pitchFamily="18" charset="0"/>
              <a:cs typeface="Times New Roman" panose="02020603050405020304" pitchFamily="18" charset="0"/>
            </a:rPr>
            <a:t>Risk Management</a:t>
          </a:r>
        </a:p>
      </dgm:t>
    </dgm:pt>
    <dgm:pt modelId="{33071A5C-55C3-4EC4-B77D-5384A7394345}" type="parTrans" cxnId="{8DB133B0-F2AA-4290-85ED-970094340F22}">
      <dgm:prSet/>
      <dgm:spPr/>
      <dgm:t>
        <a:bodyPr/>
        <a:lstStyle/>
        <a:p>
          <a:endParaRPr lang="en-US"/>
        </a:p>
      </dgm:t>
    </dgm:pt>
    <dgm:pt modelId="{E115322D-180A-47D2-A419-4455CCE707C0}" type="sibTrans" cxnId="{8DB133B0-F2AA-4290-85ED-970094340F22}">
      <dgm:prSet/>
      <dgm:spPr/>
      <dgm:t>
        <a:bodyPr/>
        <a:lstStyle/>
        <a:p>
          <a:endParaRPr lang="en-US"/>
        </a:p>
      </dgm:t>
    </dgm:pt>
    <dgm:pt modelId="{FF22D4D2-6798-45B5-AD19-5DDE74137A11}">
      <dgm:prSet custT="1"/>
      <dgm:spPr/>
      <dgm:t>
        <a:bodyPr/>
        <a:lstStyle/>
        <a:p>
          <a:r>
            <a:rPr lang="en-US" sz="2000" dirty="0">
              <a:latin typeface="Times New Roman" panose="02020603050405020304" pitchFamily="18" charset="0"/>
              <a:cs typeface="Times New Roman" panose="02020603050405020304" pitchFamily="18" charset="0"/>
            </a:rPr>
            <a:t>Procurement Management</a:t>
          </a:r>
        </a:p>
      </dgm:t>
    </dgm:pt>
    <dgm:pt modelId="{9AE77F5C-55D0-4CFE-A3D0-8854C959D272}" type="parTrans" cxnId="{8BB982F8-D96C-44B3-B71A-97709E212B30}">
      <dgm:prSet/>
      <dgm:spPr/>
      <dgm:t>
        <a:bodyPr/>
        <a:lstStyle/>
        <a:p>
          <a:endParaRPr lang="en-US"/>
        </a:p>
      </dgm:t>
    </dgm:pt>
    <dgm:pt modelId="{30A53CFC-3DE0-45D5-9F0A-360260AA81BA}" type="sibTrans" cxnId="{8BB982F8-D96C-44B3-B71A-97709E212B30}">
      <dgm:prSet/>
      <dgm:spPr/>
      <dgm:t>
        <a:bodyPr/>
        <a:lstStyle/>
        <a:p>
          <a:endParaRPr lang="en-US"/>
        </a:p>
      </dgm:t>
    </dgm:pt>
    <dgm:pt modelId="{E4501F46-C432-4AB3-A250-5016DB8EEFA7}">
      <dgm:prSet custT="1"/>
      <dgm:spPr/>
      <dgm:t>
        <a:bodyPr/>
        <a:lstStyle/>
        <a:p>
          <a:r>
            <a:rPr lang="en-US" sz="2000" dirty="0">
              <a:latin typeface="Times New Roman" panose="02020603050405020304" pitchFamily="18" charset="0"/>
              <a:cs typeface="Times New Roman" panose="02020603050405020304" pitchFamily="18" charset="0"/>
            </a:rPr>
            <a:t>Stakeholder Management</a:t>
          </a:r>
        </a:p>
      </dgm:t>
    </dgm:pt>
    <dgm:pt modelId="{CA7F8C97-47F2-48B7-B885-4F71AE3738B8}" type="parTrans" cxnId="{30EB5523-9A06-4F47-A381-2D414984C2F8}">
      <dgm:prSet/>
      <dgm:spPr/>
      <dgm:t>
        <a:bodyPr/>
        <a:lstStyle/>
        <a:p>
          <a:endParaRPr lang="en-US"/>
        </a:p>
      </dgm:t>
    </dgm:pt>
    <dgm:pt modelId="{6C840046-67D9-4C43-8D31-62C2E7F790FA}" type="sibTrans" cxnId="{30EB5523-9A06-4F47-A381-2D414984C2F8}">
      <dgm:prSet/>
      <dgm:spPr/>
      <dgm:t>
        <a:bodyPr/>
        <a:lstStyle/>
        <a:p>
          <a:endParaRPr lang="en-US"/>
        </a:p>
      </dgm:t>
    </dgm:pt>
    <dgm:pt modelId="{9371F3DB-778B-4BC5-BD31-93F2332DB904}" type="pres">
      <dgm:prSet presAssocID="{80A2D922-E8A6-461C-BE14-F999B014F85E}" presName="diagram" presStyleCnt="0">
        <dgm:presLayoutVars>
          <dgm:dir/>
          <dgm:resizeHandles val="exact"/>
        </dgm:presLayoutVars>
      </dgm:prSet>
      <dgm:spPr/>
    </dgm:pt>
    <dgm:pt modelId="{2A4AB677-6848-412E-8592-8B164956C168}" type="pres">
      <dgm:prSet presAssocID="{32AD15C3-4ECD-4222-AB9E-9B17E1047EFE}" presName="node" presStyleLbl="node1" presStyleIdx="0" presStyleCnt="10">
        <dgm:presLayoutVars>
          <dgm:bulletEnabled val="1"/>
        </dgm:presLayoutVars>
      </dgm:prSet>
      <dgm:spPr/>
    </dgm:pt>
    <dgm:pt modelId="{80EF3432-7239-4408-9985-D6B6395864E4}" type="pres">
      <dgm:prSet presAssocID="{20FE6E2D-F8F9-4C9E-9276-CCC3F16205B2}" presName="sibTrans" presStyleCnt="0"/>
      <dgm:spPr/>
    </dgm:pt>
    <dgm:pt modelId="{176248A9-0479-4FCD-97D5-32A9A741CC4C}" type="pres">
      <dgm:prSet presAssocID="{B40DCAD9-C7C6-4213-8C04-3D066C06861F}" presName="node" presStyleLbl="node1" presStyleIdx="1" presStyleCnt="10">
        <dgm:presLayoutVars>
          <dgm:bulletEnabled val="1"/>
        </dgm:presLayoutVars>
      </dgm:prSet>
      <dgm:spPr/>
    </dgm:pt>
    <dgm:pt modelId="{26BCFE7B-142B-4458-BDF4-2862A60FEFCF}" type="pres">
      <dgm:prSet presAssocID="{970E2C1E-24A1-433A-9A5D-A24605B2AF2E}" presName="sibTrans" presStyleCnt="0"/>
      <dgm:spPr/>
    </dgm:pt>
    <dgm:pt modelId="{D95C0E44-F9CF-42A9-B2AB-0FAE2E69B050}" type="pres">
      <dgm:prSet presAssocID="{A5978080-C801-40E6-B2F9-EB57E0638ED5}" presName="node" presStyleLbl="node1" presStyleIdx="2" presStyleCnt="10">
        <dgm:presLayoutVars>
          <dgm:bulletEnabled val="1"/>
        </dgm:presLayoutVars>
      </dgm:prSet>
      <dgm:spPr/>
    </dgm:pt>
    <dgm:pt modelId="{A2D18B0F-11D9-4E92-990C-C307ECFDF42A}" type="pres">
      <dgm:prSet presAssocID="{6412DFAF-CDDA-4E98-A1B9-E3BCC20EF2E7}" presName="sibTrans" presStyleCnt="0"/>
      <dgm:spPr/>
    </dgm:pt>
    <dgm:pt modelId="{69F2791B-6EA7-4E12-BE7C-79362675E6E8}" type="pres">
      <dgm:prSet presAssocID="{EC6A6C02-E26C-4F6A-A5B5-742D0F61E5B3}" presName="node" presStyleLbl="node1" presStyleIdx="3" presStyleCnt="10">
        <dgm:presLayoutVars>
          <dgm:bulletEnabled val="1"/>
        </dgm:presLayoutVars>
      </dgm:prSet>
      <dgm:spPr/>
    </dgm:pt>
    <dgm:pt modelId="{B897132C-32B1-4603-A9CB-289F560B6DDC}" type="pres">
      <dgm:prSet presAssocID="{B548543B-A1A2-42D7-84F4-A9D201DBD9F3}" presName="sibTrans" presStyleCnt="0"/>
      <dgm:spPr/>
    </dgm:pt>
    <dgm:pt modelId="{53F0FC31-4F4B-4A0C-9517-B0C71183629E}" type="pres">
      <dgm:prSet presAssocID="{51FF8BBB-E560-4BDB-9E21-B1049C4E48B7}" presName="node" presStyleLbl="node1" presStyleIdx="4" presStyleCnt="10">
        <dgm:presLayoutVars>
          <dgm:bulletEnabled val="1"/>
        </dgm:presLayoutVars>
      </dgm:prSet>
      <dgm:spPr/>
    </dgm:pt>
    <dgm:pt modelId="{FA3B7BB1-688A-42C9-8D7C-7FA296A4E1AE}" type="pres">
      <dgm:prSet presAssocID="{02781950-8A71-4A86-BBB0-C5FFA581DDB6}" presName="sibTrans" presStyleCnt="0"/>
      <dgm:spPr/>
    </dgm:pt>
    <dgm:pt modelId="{5A906F80-C091-4D71-8F3E-F6357176B5C6}" type="pres">
      <dgm:prSet presAssocID="{473AF341-4774-420E-847B-68F17DD875CB}" presName="node" presStyleLbl="node1" presStyleIdx="5" presStyleCnt="10">
        <dgm:presLayoutVars>
          <dgm:bulletEnabled val="1"/>
        </dgm:presLayoutVars>
      </dgm:prSet>
      <dgm:spPr/>
    </dgm:pt>
    <dgm:pt modelId="{6C7420F1-104E-4394-A81B-F2D6E4CD1876}" type="pres">
      <dgm:prSet presAssocID="{73C1C068-0E7D-4BF8-99EE-5ADAE44E120E}" presName="sibTrans" presStyleCnt="0"/>
      <dgm:spPr/>
    </dgm:pt>
    <dgm:pt modelId="{630F2AC5-EC9D-4678-BBEE-D51037A2CDC0}" type="pres">
      <dgm:prSet presAssocID="{E1B142C2-3618-4C3B-9282-B96D1B5AF123}" presName="node" presStyleLbl="node1" presStyleIdx="6" presStyleCnt="10">
        <dgm:presLayoutVars>
          <dgm:bulletEnabled val="1"/>
        </dgm:presLayoutVars>
      </dgm:prSet>
      <dgm:spPr/>
    </dgm:pt>
    <dgm:pt modelId="{7D72441D-19B8-4FD1-8E27-C77A16CDB9C8}" type="pres">
      <dgm:prSet presAssocID="{E9753E11-AB70-4631-86E5-8B8FB4ADF61E}" presName="sibTrans" presStyleCnt="0"/>
      <dgm:spPr/>
    </dgm:pt>
    <dgm:pt modelId="{D3CFB86E-7F34-4EAC-BD39-32D995DBDD76}" type="pres">
      <dgm:prSet presAssocID="{249E310A-1427-4E10-B1B5-D527C07243E4}" presName="node" presStyleLbl="node1" presStyleIdx="7" presStyleCnt="10">
        <dgm:presLayoutVars>
          <dgm:bulletEnabled val="1"/>
        </dgm:presLayoutVars>
      </dgm:prSet>
      <dgm:spPr/>
    </dgm:pt>
    <dgm:pt modelId="{D0D8E2DD-1909-4BAE-B8D2-B9240D38E2F7}" type="pres">
      <dgm:prSet presAssocID="{E115322D-180A-47D2-A419-4455CCE707C0}" presName="sibTrans" presStyleCnt="0"/>
      <dgm:spPr/>
    </dgm:pt>
    <dgm:pt modelId="{E7EB83EA-32BB-4AA5-B6DC-6222A3DE0EA2}" type="pres">
      <dgm:prSet presAssocID="{FF22D4D2-6798-45B5-AD19-5DDE74137A11}" presName="node" presStyleLbl="node1" presStyleIdx="8" presStyleCnt="10">
        <dgm:presLayoutVars>
          <dgm:bulletEnabled val="1"/>
        </dgm:presLayoutVars>
      </dgm:prSet>
      <dgm:spPr/>
    </dgm:pt>
    <dgm:pt modelId="{07A6EDAE-DB16-4CC6-B9F6-316C4C3E1D7B}" type="pres">
      <dgm:prSet presAssocID="{30A53CFC-3DE0-45D5-9F0A-360260AA81BA}" presName="sibTrans" presStyleCnt="0"/>
      <dgm:spPr/>
    </dgm:pt>
    <dgm:pt modelId="{78C36959-9D07-4324-AA8D-02B98EE62D72}" type="pres">
      <dgm:prSet presAssocID="{E4501F46-C432-4AB3-A250-5016DB8EEFA7}" presName="node" presStyleLbl="node1" presStyleIdx="9" presStyleCnt="10" custLinFactNeighborX="653" custLinFactNeighborY="2438">
        <dgm:presLayoutVars>
          <dgm:bulletEnabled val="1"/>
        </dgm:presLayoutVars>
      </dgm:prSet>
      <dgm:spPr/>
    </dgm:pt>
  </dgm:ptLst>
  <dgm:cxnLst>
    <dgm:cxn modelId="{849DA621-879A-4D37-8D6B-ECEC502BCFEC}" srcId="{80A2D922-E8A6-461C-BE14-F999B014F85E}" destId="{51FF8BBB-E560-4BDB-9E21-B1049C4E48B7}" srcOrd="4" destOrd="0" parTransId="{A44BED5A-ABE1-4F39-BEE8-B272A75DB3EE}" sibTransId="{02781950-8A71-4A86-BBB0-C5FFA581DDB6}"/>
    <dgm:cxn modelId="{263C0A23-8FA6-477C-AF9A-B893A96AD2EF}" type="presOf" srcId="{E1B142C2-3618-4C3B-9282-B96D1B5AF123}" destId="{630F2AC5-EC9D-4678-BBEE-D51037A2CDC0}" srcOrd="0" destOrd="0" presId="urn:microsoft.com/office/officeart/2005/8/layout/default"/>
    <dgm:cxn modelId="{30EB5523-9A06-4F47-A381-2D414984C2F8}" srcId="{80A2D922-E8A6-461C-BE14-F999B014F85E}" destId="{E4501F46-C432-4AB3-A250-5016DB8EEFA7}" srcOrd="9" destOrd="0" parTransId="{CA7F8C97-47F2-48B7-B885-4F71AE3738B8}" sibTransId="{6C840046-67D9-4C43-8D31-62C2E7F790FA}"/>
    <dgm:cxn modelId="{E6DD5233-124E-4A4F-ADF0-443981CA33C4}" type="presOf" srcId="{473AF341-4774-420E-847B-68F17DD875CB}" destId="{5A906F80-C091-4D71-8F3E-F6357176B5C6}" srcOrd="0" destOrd="0" presId="urn:microsoft.com/office/officeart/2005/8/layout/default"/>
    <dgm:cxn modelId="{B975A23A-F2F8-4CB9-A858-1F9873A307BB}" type="presOf" srcId="{E4501F46-C432-4AB3-A250-5016DB8EEFA7}" destId="{78C36959-9D07-4324-AA8D-02B98EE62D72}" srcOrd="0" destOrd="0" presId="urn:microsoft.com/office/officeart/2005/8/layout/default"/>
    <dgm:cxn modelId="{156E3040-CBD9-4544-84B8-891FBCCDA74E}" srcId="{80A2D922-E8A6-461C-BE14-F999B014F85E}" destId="{32AD15C3-4ECD-4222-AB9E-9B17E1047EFE}" srcOrd="0" destOrd="0" parTransId="{37804B7E-27E1-43D4-9A28-E4C92C13EB4F}" sibTransId="{20FE6E2D-F8F9-4C9E-9276-CCC3F16205B2}"/>
    <dgm:cxn modelId="{F3DBC171-4175-41A3-9DB6-AAFA49F0725A}" srcId="{80A2D922-E8A6-461C-BE14-F999B014F85E}" destId="{B40DCAD9-C7C6-4213-8C04-3D066C06861F}" srcOrd="1" destOrd="0" parTransId="{B41311A2-AF7A-46D9-BF06-041F9A1A869C}" sibTransId="{970E2C1E-24A1-433A-9A5D-A24605B2AF2E}"/>
    <dgm:cxn modelId="{BFF93D7E-160C-40F5-9A4C-87B5F63A8222}" type="presOf" srcId="{FF22D4D2-6798-45B5-AD19-5DDE74137A11}" destId="{E7EB83EA-32BB-4AA5-B6DC-6222A3DE0EA2}" srcOrd="0" destOrd="0" presId="urn:microsoft.com/office/officeart/2005/8/layout/default"/>
    <dgm:cxn modelId="{456B8FAE-FF82-4565-8793-7BDC22168127}" srcId="{80A2D922-E8A6-461C-BE14-F999B014F85E}" destId="{A5978080-C801-40E6-B2F9-EB57E0638ED5}" srcOrd="2" destOrd="0" parTransId="{E88AEF5C-04C0-47EC-86FD-4475DDE2C857}" sibTransId="{6412DFAF-CDDA-4E98-A1B9-E3BCC20EF2E7}"/>
    <dgm:cxn modelId="{F03101B0-6A4E-48FF-9A29-BBAE308B0EDB}" type="presOf" srcId="{EC6A6C02-E26C-4F6A-A5B5-742D0F61E5B3}" destId="{69F2791B-6EA7-4E12-BE7C-79362675E6E8}" srcOrd="0" destOrd="0" presId="urn:microsoft.com/office/officeart/2005/8/layout/default"/>
    <dgm:cxn modelId="{8DB133B0-F2AA-4290-85ED-970094340F22}" srcId="{80A2D922-E8A6-461C-BE14-F999B014F85E}" destId="{249E310A-1427-4E10-B1B5-D527C07243E4}" srcOrd="7" destOrd="0" parTransId="{33071A5C-55C3-4EC4-B77D-5384A7394345}" sibTransId="{E115322D-180A-47D2-A419-4455CCE707C0}"/>
    <dgm:cxn modelId="{ADEED8B1-09BA-4760-9183-74C47184673E}" srcId="{80A2D922-E8A6-461C-BE14-F999B014F85E}" destId="{473AF341-4774-420E-847B-68F17DD875CB}" srcOrd="5" destOrd="0" parTransId="{A006E022-7BC0-42D5-8D65-D9DD46068BA0}" sibTransId="{73C1C068-0E7D-4BF8-99EE-5ADAE44E120E}"/>
    <dgm:cxn modelId="{A57585D6-78CF-4DE1-A5B6-4E56DCBCC7D8}" srcId="{80A2D922-E8A6-461C-BE14-F999B014F85E}" destId="{EC6A6C02-E26C-4F6A-A5B5-742D0F61E5B3}" srcOrd="3" destOrd="0" parTransId="{A06A7736-E018-46A9-8183-C533354E04F5}" sibTransId="{B548543B-A1A2-42D7-84F4-A9D201DBD9F3}"/>
    <dgm:cxn modelId="{72536CDA-C572-4ECD-A313-8F6C864D069D}" type="presOf" srcId="{51FF8BBB-E560-4BDB-9E21-B1049C4E48B7}" destId="{53F0FC31-4F4B-4A0C-9517-B0C71183629E}" srcOrd="0" destOrd="0" presId="urn:microsoft.com/office/officeart/2005/8/layout/default"/>
    <dgm:cxn modelId="{9B8ADBE4-2EC6-486F-887A-75E4B2326953}" srcId="{80A2D922-E8A6-461C-BE14-F999B014F85E}" destId="{E1B142C2-3618-4C3B-9282-B96D1B5AF123}" srcOrd="6" destOrd="0" parTransId="{0F2EF3E6-926E-439A-86AE-D50BB6DF3116}" sibTransId="{E9753E11-AB70-4631-86E5-8B8FB4ADF61E}"/>
    <dgm:cxn modelId="{0BD2BBE6-4BA3-43E0-8AD1-F4E2A36484C4}" type="presOf" srcId="{B40DCAD9-C7C6-4213-8C04-3D066C06861F}" destId="{176248A9-0479-4FCD-97D5-32A9A741CC4C}" srcOrd="0" destOrd="0" presId="urn:microsoft.com/office/officeart/2005/8/layout/default"/>
    <dgm:cxn modelId="{0007E9EA-5339-4C39-B1DB-911EDF1E8471}" type="presOf" srcId="{249E310A-1427-4E10-B1B5-D527C07243E4}" destId="{D3CFB86E-7F34-4EAC-BD39-32D995DBDD76}" srcOrd="0" destOrd="0" presId="urn:microsoft.com/office/officeart/2005/8/layout/default"/>
    <dgm:cxn modelId="{EACA12EE-1BE3-468E-8EE1-63E0A34F46BF}" type="presOf" srcId="{A5978080-C801-40E6-B2F9-EB57E0638ED5}" destId="{D95C0E44-F9CF-42A9-B2AB-0FAE2E69B050}" srcOrd="0" destOrd="0" presId="urn:microsoft.com/office/officeart/2005/8/layout/default"/>
    <dgm:cxn modelId="{877725F7-8857-4762-B3DD-5ABFD8297853}" type="presOf" srcId="{32AD15C3-4ECD-4222-AB9E-9B17E1047EFE}" destId="{2A4AB677-6848-412E-8592-8B164956C168}" srcOrd="0" destOrd="0" presId="urn:microsoft.com/office/officeart/2005/8/layout/default"/>
    <dgm:cxn modelId="{8BB982F8-D96C-44B3-B71A-97709E212B30}" srcId="{80A2D922-E8A6-461C-BE14-F999B014F85E}" destId="{FF22D4D2-6798-45B5-AD19-5DDE74137A11}" srcOrd="8" destOrd="0" parTransId="{9AE77F5C-55D0-4CFE-A3D0-8854C959D272}" sibTransId="{30A53CFC-3DE0-45D5-9F0A-360260AA81BA}"/>
    <dgm:cxn modelId="{90A7BDF8-9CC2-4664-8A27-E95A2E2E14BE}" type="presOf" srcId="{80A2D922-E8A6-461C-BE14-F999B014F85E}" destId="{9371F3DB-778B-4BC5-BD31-93F2332DB904}" srcOrd="0" destOrd="0" presId="urn:microsoft.com/office/officeart/2005/8/layout/default"/>
    <dgm:cxn modelId="{8D7E630C-4A79-4F56-8BFB-9390BB55DDB3}" type="presParOf" srcId="{9371F3DB-778B-4BC5-BD31-93F2332DB904}" destId="{2A4AB677-6848-412E-8592-8B164956C168}" srcOrd="0" destOrd="0" presId="urn:microsoft.com/office/officeart/2005/8/layout/default"/>
    <dgm:cxn modelId="{2DFFB50B-7E76-46E3-B4E8-A37DB7460C41}" type="presParOf" srcId="{9371F3DB-778B-4BC5-BD31-93F2332DB904}" destId="{80EF3432-7239-4408-9985-D6B6395864E4}" srcOrd="1" destOrd="0" presId="urn:microsoft.com/office/officeart/2005/8/layout/default"/>
    <dgm:cxn modelId="{28F1E652-AB3A-4CE1-A393-48BD2F4F391F}" type="presParOf" srcId="{9371F3DB-778B-4BC5-BD31-93F2332DB904}" destId="{176248A9-0479-4FCD-97D5-32A9A741CC4C}" srcOrd="2" destOrd="0" presId="urn:microsoft.com/office/officeart/2005/8/layout/default"/>
    <dgm:cxn modelId="{F692068C-4A77-4A57-9BB6-2E557AE33F3B}" type="presParOf" srcId="{9371F3DB-778B-4BC5-BD31-93F2332DB904}" destId="{26BCFE7B-142B-4458-BDF4-2862A60FEFCF}" srcOrd="3" destOrd="0" presId="urn:microsoft.com/office/officeart/2005/8/layout/default"/>
    <dgm:cxn modelId="{5836B3B6-41CB-4BF8-8185-09506923D427}" type="presParOf" srcId="{9371F3DB-778B-4BC5-BD31-93F2332DB904}" destId="{D95C0E44-F9CF-42A9-B2AB-0FAE2E69B050}" srcOrd="4" destOrd="0" presId="urn:microsoft.com/office/officeart/2005/8/layout/default"/>
    <dgm:cxn modelId="{21EAB505-A84B-4CE2-A6A1-99252624CC10}" type="presParOf" srcId="{9371F3DB-778B-4BC5-BD31-93F2332DB904}" destId="{A2D18B0F-11D9-4E92-990C-C307ECFDF42A}" srcOrd="5" destOrd="0" presId="urn:microsoft.com/office/officeart/2005/8/layout/default"/>
    <dgm:cxn modelId="{D052F78D-9BF7-4B5F-BF2C-3CA3AB22D7DA}" type="presParOf" srcId="{9371F3DB-778B-4BC5-BD31-93F2332DB904}" destId="{69F2791B-6EA7-4E12-BE7C-79362675E6E8}" srcOrd="6" destOrd="0" presId="urn:microsoft.com/office/officeart/2005/8/layout/default"/>
    <dgm:cxn modelId="{4B7037F7-7D3E-4B8C-A7FB-CA7378D42EA4}" type="presParOf" srcId="{9371F3DB-778B-4BC5-BD31-93F2332DB904}" destId="{B897132C-32B1-4603-A9CB-289F560B6DDC}" srcOrd="7" destOrd="0" presId="urn:microsoft.com/office/officeart/2005/8/layout/default"/>
    <dgm:cxn modelId="{58334C12-3252-467F-95A4-64DEEB9C5550}" type="presParOf" srcId="{9371F3DB-778B-4BC5-BD31-93F2332DB904}" destId="{53F0FC31-4F4B-4A0C-9517-B0C71183629E}" srcOrd="8" destOrd="0" presId="urn:microsoft.com/office/officeart/2005/8/layout/default"/>
    <dgm:cxn modelId="{88CCBE92-D89C-42AE-BBDD-60DB61F3DEAB}" type="presParOf" srcId="{9371F3DB-778B-4BC5-BD31-93F2332DB904}" destId="{FA3B7BB1-688A-42C9-8D7C-7FA296A4E1AE}" srcOrd="9" destOrd="0" presId="urn:microsoft.com/office/officeart/2005/8/layout/default"/>
    <dgm:cxn modelId="{56770F2A-8164-4840-B317-A0DE432ED700}" type="presParOf" srcId="{9371F3DB-778B-4BC5-BD31-93F2332DB904}" destId="{5A906F80-C091-4D71-8F3E-F6357176B5C6}" srcOrd="10" destOrd="0" presId="urn:microsoft.com/office/officeart/2005/8/layout/default"/>
    <dgm:cxn modelId="{4642950E-8C62-40BF-A859-F01C692A853F}" type="presParOf" srcId="{9371F3DB-778B-4BC5-BD31-93F2332DB904}" destId="{6C7420F1-104E-4394-A81B-F2D6E4CD1876}" srcOrd="11" destOrd="0" presId="urn:microsoft.com/office/officeart/2005/8/layout/default"/>
    <dgm:cxn modelId="{F5F7266D-D83C-4345-BEC4-4756B3108C31}" type="presParOf" srcId="{9371F3DB-778B-4BC5-BD31-93F2332DB904}" destId="{630F2AC5-EC9D-4678-BBEE-D51037A2CDC0}" srcOrd="12" destOrd="0" presId="urn:microsoft.com/office/officeart/2005/8/layout/default"/>
    <dgm:cxn modelId="{4D5A81CB-3CD6-438C-9BB3-8BDCA8277ABB}" type="presParOf" srcId="{9371F3DB-778B-4BC5-BD31-93F2332DB904}" destId="{7D72441D-19B8-4FD1-8E27-C77A16CDB9C8}" srcOrd="13" destOrd="0" presId="urn:microsoft.com/office/officeart/2005/8/layout/default"/>
    <dgm:cxn modelId="{B84854D5-5A8A-4B81-8BE7-4B19E8E58532}" type="presParOf" srcId="{9371F3DB-778B-4BC5-BD31-93F2332DB904}" destId="{D3CFB86E-7F34-4EAC-BD39-32D995DBDD76}" srcOrd="14" destOrd="0" presId="urn:microsoft.com/office/officeart/2005/8/layout/default"/>
    <dgm:cxn modelId="{FF9C425E-939C-4EAF-8CCA-20B89C075971}" type="presParOf" srcId="{9371F3DB-778B-4BC5-BD31-93F2332DB904}" destId="{D0D8E2DD-1909-4BAE-B8D2-B9240D38E2F7}" srcOrd="15" destOrd="0" presId="urn:microsoft.com/office/officeart/2005/8/layout/default"/>
    <dgm:cxn modelId="{8D635DC3-22BD-4077-851C-B170D99E9359}" type="presParOf" srcId="{9371F3DB-778B-4BC5-BD31-93F2332DB904}" destId="{E7EB83EA-32BB-4AA5-B6DC-6222A3DE0EA2}" srcOrd="16" destOrd="0" presId="urn:microsoft.com/office/officeart/2005/8/layout/default"/>
    <dgm:cxn modelId="{13185BDD-4493-4730-805E-A363F05D5C14}" type="presParOf" srcId="{9371F3DB-778B-4BC5-BD31-93F2332DB904}" destId="{07A6EDAE-DB16-4CC6-B9F6-316C4C3E1D7B}" srcOrd="17" destOrd="0" presId="urn:microsoft.com/office/officeart/2005/8/layout/default"/>
    <dgm:cxn modelId="{89E6306F-B52D-4D2E-B057-8C47C0EA3CF0}" type="presParOf" srcId="{9371F3DB-778B-4BC5-BD31-93F2332DB904}" destId="{78C36959-9D07-4324-AA8D-02B98EE62D72}" srcOrd="18"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0BB95A7-3DED-4A6A-A809-5448F8DFF13D}" type="doc">
      <dgm:prSet loTypeId="urn:microsoft.com/office/officeart/2005/8/layout/cycle1" loCatId="cycle" qsTypeId="urn:microsoft.com/office/officeart/2005/8/quickstyle/simple1" qsCatId="simple" csTypeId="urn:microsoft.com/office/officeart/2005/8/colors/accent1_2" csCatId="accent1"/>
      <dgm:spPr/>
      <dgm:t>
        <a:bodyPr/>
        <a:lstStyle/>
        <a:p>
          <a:endParaRPr lang="en-US"/>
        </a:p>
      </dgm:t>
    </dgm:pt>
    <dgm:pt modelId="{D54C6F8F-0911-4FD3-982F-07D8640B0EA0}">
      <dgm:prSet custT="1"/>
      <dgm:spPr/>
      <dgm:t>
        <a:bodyPr/>
        <a:lstStyle/>
        <a:p>
          <a:r>
            <a:rPr lang="en-US" sz="2000" dirty="0">
              <a:latin typeface="Times New Roman" panose="02020603050405020304" pitchFamily="18" charset="0"/>
              <a:cs typeface="Times New Roman" panose="02020603050405020304" pitchFamily="18" charset="0"/>
            </a:rPr>
            <a:t>Initiation</a:t>
          </a:r>
        </a:p>
      </dgm:t>
    </dgm:pt>
    <dgm:pt modelId="{BCD88285-D4E8-4945-879D-71EA28743B29}" type="parTrans" cxnId="{3F9D8802-F37F-4552-A13A-D473E1E033BD}">
      <dgm:prSet/>
      <dgm:spPr/>
      <dgm:t>
        <a:bodyPr/>
        <a:lstStyle/>
        <a:p>
          <a:endParaRPr lang="en-US"/>
        </a:p>
      </dgm:t>
    </dgm:pt>
    <dgm:pt modelId="{8C833CB1-2A22-47FB-87D3-7A6583461AFB}" type="sibTrans" cxnId="{3F9D8802-F37F-4552-A13A-D473E1E033BD}">
      <dgm:prSet/>
      <dgm:spPr/>
      <dgm:t>
        <a:bodyPr/>
        <a:lstStyle/>
        <a:p>
          <a:endParaRPr lang="en-US"/>
        </a:p>
      </dgm:t>
    </dgm:pt>
    <dgm:pt modelId="{D65BA543-8F87-4A06-B37C-CC61E67C733A}">
      <dgm:prSet custT="1"/>
      <dgm:spPr/>
      <dgm:t>
        <a:bodyPr/>
        <a:lstStyle/>
        <a:p>
          <a:r>
            <a:rPr lang="en-US" sz="2000" dirty="0">
              <a:latin typeface="Times New Roman" panose="02020603050405020304" pitchFamily="18" charset="0"/>
              <a:cs typeface="Times New Roman" panose="02020603050405020304" pitchFamily="18" charset="0"/>
            </a:rPr>
            <a:t>Planning</a:t>
          </a:r>
        </a:p>
      </dgm:t>
    </dgm:pt>
    <dgm:pt modelId="{55EBF313-A0DA-4F65-814A-0C5C96B7A892}" type="parTrans" cxnId="{E2E37B1F-CC43-440B-BB74-CFF62621E7D4}">
      <dgm:prSet/>
      <dgm:spPr/>
      <dgm:t>
        <a:bodyPr/>
        <a:lstStyle/>
        <a:p>
          <a:endParaRPr lang="en-US"/>
        </a:p>
      </dgm:t>
    </dgm:pt>
    <dgm:pt modelId="{9A0533D7-B570-433F-BC8C-7F10FA127A32}" type="sibTrans" cxnId="{E2E37B1F-CC43-440B-BB74-CFF62621E7D4}">
      <dgm:prSet/>
      <dgm:spPr/>
      <dgm:t>
        <a:bodyPr/>
        <a:lstStyle/>
        <a:p>
          <a:endParaRPr lang="en-US"/>
        </a:p>
      </dgm:t>
    </dgm:pt>
    <dgm:pt modelId="{9ECF7762-36BA-4968-9838-EEF656A6F53E}">
      <dgm:prSet custT="1"/>
      <dgm:spPr/>
      <dgm:t>
        <a:bodyPr/>
        <a:lstStyle/>
        <a:p>
          <a:r>
            <a:rPr lang="en-US" sz="2000" dirty="0">
              <a:latin typeface="Times New Roman" panose="02020603050405020304" pitchFamily="18" charset="0"/>
              <a:cs typeface="Times New Roman" panose="02020603050405020304" pitchFamily="18" charset="0"/>
            </a:rPr>
            <a:t>Execution</a:t>
          </a:r>
        </a:p>
      </dgm:t>
    </dgm:pt>
    <dgm:pt modelId="{1266BD95-17F5-40F7-B2D2-6E4A3325C277}" type="parTrans" cxnId="{78295715-5BA8-404F-BD08-F28B57CA7E2B}">
      <dgm:prSet/>
      <dgm:spPr/>
      <dgm:t>
        <a:bodyPr/>
        <a:lstStyle/>
        <a:p>
          <a:endParaRPr lang="en-US"/>
        </a:p>
      </dgm:t>
    </dgm:pt>
    <dgm:pt modelId="{D0856DD9-0B28-44F9-A546-4D2E6CF0D597}" type="sibTrans" cxnId="{78295715-5BA8-404F-BD08-F28B57CA7E2B}">
      <dgm:prSet/>
      <dgm:spPr/>
      <dgm:t>
        <a:bodyPr/>
        <a:lstStyle/>
        <a:p>
          <a:endParaRPr lang="en-US"/>
        </a:p>
      </dgm:t>
    </dgm:pt>
    <dgm:pt modelId="{45878F99-7D88-469A-8766-643F51F10F3D}">
      <dgm:prSet custT="1"/>
      <dgm:spPr/>
      <dgm:t>
        <a:bodyPr/>
        <a:lstStyle/>
        <a:p>
          <a:r>
            <a:rPr lang="en-US" sz="2000" dirty="0">
              <a:latin typeface="Times New Roman" panose="02020603050405020304" pitchFamily="18" charset="0"/>
              <a:cs typeface="Times New Roman" panose="02020603050405020304" pitchFamily="18" charset="0"/>
            </a:rPr>
            <a:t>Monitoring and control</a:t>
          </a:r>
        </a:p>
      </dgm:t>
    </dgm:pt>
    <dgm:pt modelId="{D3D3C67D-859C-4A1F-A0EE-BB2DA66B6636}" type="parTrans" cxnId="{09E60755-5943-419D-86A9-CDEA3A231CB7}">
      <dgm:prSet/>
      <dgm:spPr/>
      <dgm:t>
        <a:bodyPr/>
        <a:lstStyle/>
        <a:p>
          <a:endParaRPr lang="en-US"/>
        </a:p>
      </dgm:t>
    </dgm:pt>
    <dgm:pt modelId="{68B472E3-9BF7-40B8-9FC9-AEA30DA3AD1E}" type="sibTrans" cxnId="{09E60755-5943-419D-86A9-CDEA3A231CB7}">
      <dgm:prSet/>
      <dgm:spPr/>
      <dgm:t>
        <a:bodyPr/>
        <a:lstStyle/>
        <a:p>
          <a:endParaRPr lang="en-US"/>
        </a:p>
      </dgm:t>
    </dgm:pt>
    <dgm:pt modelId="{F867D63E-B1A4-4F1D-A2AC-E68F85BAE654}">
      <dgm:prSet custT="1"/>
      <dgm:spPr/>
      <dgm:t>
        <a:bodyPr/>
        <a:lstStyle/>
        <a:p>
          <a:r>
            <a:rPr lang="en-US" sz="2000" dirty="0">
              <a:latin typeface="Times New Roman" panose="02020603050405020304" pitchFamily="18" charset="0"/>
              <a:cs typeface="Times New Roman" panose="02020603050405020304" pitchFamily="18" charset="0"/>
            </a:rPr>
            <a:t>Closure</a:t>
          </a:r>
        </a:p>
      </dgm:t>
    </dgm:pt>
    <dgm:pt modelId="{F4F1049C-D4BB-4051-97A1-1A9ECC6B8CB4}" type="parTrans" cxnId="{152C4A07-4DC5-46A7-84BC-16E310AEC68C}">
      <dgm:prSet/>
      <dgm:spPr/>
      <dgm:t>
        <a:bodyPr/>
        <a:lstStyle/>
        <a:p>
          <a:endParaRPr lang="en-US"/>
        </a:p>
      </dgm:t>
    </dgm:pt>
    <dgm:pt modelId="{E8205A58-55A4-477F-B0CF-8D4CEA2D860A}" type="sibTrans" cxnId="{152C4A07-4DC5-46A7-84BC-16E310AEC68C}">
      <dgm:prSet/>
      <dgm:spPr/>
      <dgm:t>
        <a:bodyPr/>
        <a:lstStyle/>
        <a:p>
          <a:endParaRPr lang="en-US"/>
        </a:p>
      </dgm:t>
    </dgm:pt>
    <dgm:pt modelId="{08CE48BB-C243-40AC-B33E-9FA48E023FBC}" type="pres">
      <dgm:prSet presAssocID="{30BB95A7-3DED-4A6A-A809-5448F8DFF13D}" presName="cycle" presStyleCnt="0">
        <dgm:presLayoutVars>
          <dgm:dir/>
          <dgm:resizeHandles val="exact"/>
        </dgm:presLayoutVars>
      </dgm:prSet>
      <dgm:spPr/>
    </dgm:pt>
    <dgm:pt modelId="{F5F19CF3-4861-44DE-A7CE-13930764DE43}" type="pres">
      <dgm:prSet presAssocID="{D54C6F8F-0911-4FD3-982F-07D8640B0EA0}" presName="dummy" presStyleCnt="0"/>
      <dgm:spPr/>
    </dgm:pt>
    <dgm:pt modelId="{876DD9B2-275D-4A03-8575-EC079FFA4F80}" type="pres">
      <dgm:prSet presAssocID="{D54C6F8F-0911-4FD3-982F-07D8640B0EA0}" presName="node" presStyleLbl="revTx" presStyleIdx="0" presStyleCnt="5">
        <dgm:presLayoutVars>
          <dgm:bulletEnabled val="1"/>
        </dgm:presLayoutVars>
      </dgm:prSet>
      <dgm:spPr/>
    </dgm:pt>
    <dgm:pt modelId="{58659F34-F6A6-4770-9BEC-465ABB68575F}" type="pres">
      <dgm:prSet presAssocID="{8C833CB1-2A22-47FB-87D3-7A6583461AFB}" presName="sibTrans" presStyleLbl="node1" presStyleIdx="0" presStyleCnt="5"/>
      <dgm:spPr/>
    </dgm:pt>
    <dgm:pt modelId="{D1EC7B7A-44B4-4BD8-BAE6-20A0E6355229}" type="pres">
      <dgm:prSet presAssocID="{D65BA543-8F87-4A06-B37C-CC61E67C733A}" presName="dummy" presStyleCnt="0"/>
      <dgm:spPr/>
    </dgm:pt>
    <dgm:pt modelId="{ABEF50E7-574C-4C95-B007-062CA94C7127}" type="pres">
      <dgm:prSet presAssocID="{D65BA543-8F87-4A06-B37C-CC61E67C733A}" presName="node" presStyleLbl="revTx" presStyleIdx="1" presStyleCnt="5">
        <dgm:presLayoutVars>
          <dgm:bulletEnabled val="1"/>
        </dgm:presLayoutVars>
      </dgm:prSet>
      <dgm:spPr/>
    </dgm:pt>
    <dgm:pt modelId="{1B4D6439-85AF-4C27-938A-86A1C331B7EC}" type="pres">
      <dgm:prSet presAssocID="{9A0533D7-B570-433F-BC8C-7F10FA127A32}" presName="sibTrans" presStyleLbl="node1" presStyleIdx="1" presStyleCnt="5"/>
      <dgm:spPr/>
    </dgm:pt>
    <dgm:pt modelId="{218536C0-ABFE-40FD-AD73-B22E50EE5864}" type="pres">
      <dgm:prSet presAssocID="{9ECF7762-36BA-4968-9838-EEF656A6F53E}" presName="dummy" presStyleCnt="0"/>
      <dgm:spPr/>
    </dgm:pt>
    <dgm:pt modelId="{D1EFF9E1-D553-43B5-A163-52B1E6DAE7D9}" type="pres">
      <dgm:prSet presAssocID="{9ECF7762-36BA-4968-9838-EEF656A6F53E}" presName="node" presStyleLbl="revTx" presStyleIdx="2" presStyleCnt="5">
        <dgm:presLayoutVars>
          <dgm:bulletEnabled val="1"/>
        </dgm:presLayoutVars>
      </dgm:prSet>
      <dgm:spPr/>
    </dgm:pt>
    <dgm:pt modelId="{8DCECC24-D5D9-4DCE-BE32-2876F364871C}" type="pres">
      <dgm:prSet presAssocID="{D0856DD9-0B28-44F9-A546-4D2E6CF0D597}" presName="sibTrans" presStyleLbl="node1" presStyleIdx="2" presStyleCnt="5"/>
      <dgm:spPr/>
    </dgm:pt>
    <dgm:pt modelId="{78BA848A-DEAE-424F-9279-0562218D9221}" type="pres">
      <dgm:prSet presAssocID="{45878F99-7D88-469A-8766-643F51F10F3D}" presName="dummy" presStyleCnt="0"/>
      <dgm:spPr/>
    </dgm:pt>
    <dgm:pt modelId="{3DF42B37-E79A-4250-A875-B8BC818092C4}" type="pres">
      <dgm:prSet presAssocID="{45878F99-7D88-469A-8766-643F51F10F3D}" presName="node" presStyleLbl="revTx" presStyleIdx="3" presStyleCnt="5">
        <dgm:presLayoutVars>
          <dgm:bulletEnabled val="1"/>
        </dgm:presLayoutVars>
      </dgm:prSet>
      <dgm:spPr/>
    </dgm:pt>
    <dgm:pt modelId="{5960D3C3-A1E3-440F-8092-A3B4586F0620}" type="pres">
      <dgm:prSet presAssocID="{68B472E3-9BF7-40B8-9FC9-AEA30DA3AD1E}" presName="sibTrans" presStyleLbl="node1" presStyleIdx="3" presStyleCnt="5"/>
      <dgm:spPr/>
    </dgm:pt>
    <dgm:pt modelId="{CBA7FFE4-32E4-4C8A-A49D-1CE3EB578459}" type="pres">
      <dgm:prSet presAssocID="{F867D63E-B1A4-4F1D-A2AC-E68F85BAE654}" presName="dummy" presStyleCnt="0"/>
      <dgm:spPr/>
    </dgm:pt>
    <dgm:pt modelId="{3C0C19AC-83BC-41F3-B180-08887D294234}" type="pres">
      <dgm:prSet presAssocID="{F867D63E-B1A4-4F1D-A2AC-E68F85BAE654}" presName="node" presStyleLbl="revTx" presStyleIdx="4" presStyleCnt="5">
        <dgm:presLayoutVars>
          <dgm:bulletEnabled val="1"/>
        </dgm:presLayoutVars>
      </dgm:prSet>
      <dgm:spPr/>
    </dgm:pt>
    <dgm:pt modelId="{3E5D81B7-43A0-4649-AAD5-D00A9FF3F812}" type="pres">
      <dgm:prSet presAssocID="{E8205A58-55A4-477F-B0CF-8D4CEA2D860A}" presName="sibTrans" presStyleLbl="node1" presStyleIdx="4" presStyleCnt="5"/>
      <dgm:spPr/>
    </dgm:pt>
  </dgm:ptLst>
  <dgm:cxnLst>
    <dgm:cxn modelId="{3F9D8802-F37F-4552-A13A-D473E1E033BD}" srcId="{30BB95A7-3DED-4A6A-A809-5448F8DFF13D}" destId="{D54C6F8F-0911-4FD3-982F-07D8640B0EA0}" srcOrd="0" destOrd="0" parTransId="{BCD88285-D4E8-4945-879D-71EA28743B29}" sibTransId="{8C833CB1-2A22-47FB-87D3-7A6583461AFB}"/>
    <dgm:cxn modelId="{152C4A07-4DC5-46A7-84BC-16E310AEC68C}" srcId="{30BB95A7-3DED-4A6A-A809-5448F8DFF13D}" destId="{F867D63E-B1A4-4F1D-A2AC-E68F85BAE654}" srcOrd="4" destOrd="0" parTransId="{F4F1049C-D4BB-4051-97A1-1A9ECC6B8CB4}" sibTransId="{E8205A58-55A4-477F-B0CF-8D4CEA2D860A}"/>
    <dgm:cxn modelId="{78295715-5BA8-404F-BD08-F28B57CA7E2B}" srcId="{30BB95A7-3DED-4A6A-A809-5448F8DFF13D}" destId="{9ECF7762-36BA-4968-9838-EEF656A6F53E}" srcOrd="2" destOrd="0" parTransId="{1266BD95-17F5-40F7-B2D2-6E4A3325C277}" sibTransId="{D0856DD9-0B28-44F9-A546-4D2E6CF0D597}"/>
    <dgm:cxn modelId="{E2E37B1F-CC43-440B-BB74-CFF62621E7D4}" srcId="{30BB95A7-3DED-4A6A-A809-5448F8DFF13D}" destId="{D65BA543-8F87-4A06-B37C-CC61E67C733A}" srcOrd="1" destOrd="0" parTransId="{55EBF313-A0DA-4F65-814A-0C5C96B7A892}" sibTransId="{9A0533D7-B570-433F-BC8C-7F10FA127A32}"/>
    <dgm:cxn modelId="{58597B2F-EE1F-4D97-8C67-DB23A3C69866}" type="presOf" srcId="{8C833CB1-2A22-47FB-87D3-7A6583461AFB}" destId="{58659F34-F6A6-4770-9BEC-465ABB68575F}" srcOrd="0" destOrd="0" presId="urn:microsoft.com/office/officeart/2005/8/layout/cycle1"/>
    <dgm:cxn modelId="{7099AC40-FCC6-40C1-A387-8CB95E6898B3}" type="presOf" srcId="{D54C6F8F-0911-4FD3-982F-07D8640B0EA0}" destId="{876DD9B2-275D-4A03-8575-EC079FFA4F80}" srcOrd="0" destOrd="0" presId="urn:microsoft.com/office/officeart/2005/8/layout/cycle1"/>
    <dgm:cxn modelId="{F6FC8460-9F8D-4476-A882-9926EA1F6F42}" type="presOf" srcId="{D0856DD9-0B28-44F9-A546-4D2E6CF0D597}" destId="{8DCECC24-D5D9-4DCE-BE32-2876F364871C}" srcOrd="0" destOrd="0" presId="urn:microsoft.com/office/officeart/2005/8/layout/cycle1"/>
    <dgm:cxn modelId="{2AE0EE71-6342-4F60-921B-BEC51ACBA874}" type="presOf" srcId="{9A0533D7-B570-433F-BC8C-7F10FA127A32}" destId="{1B4D6439-85AF-4C27-938A-86A1C331B7EC}" srcOrd="0" destOrd="0" presId="urn:microsoft.com/office/officeart/2005/8/layout/cycle1"/>
    <dgm:cxn modelId="{09E60755-5943-419D-86A9-CDEA3A231CB7}" srcId="{30BB95A7-3DED-4A6A-A809-5448F8DFF13D}" destId="{45878F99-7D88-469A-8766-643F51F10F3D}" srcOrd="3" destOrd="0" parTransId="{D3D3C67D-859C-4A1F-A0EE-BB2DA66B6636}" sibTransId="{68B472E3-9BF7-40B8-9FC9-AEA30DA3AD1E}"/>
    <dgm:cxn modelId="{D5A08259-5E52-4FBD-BB87-4C921BEB4C62}" type="presOf" srcId="{F867D63E-B1A4-4F1D-A2AC-E68F85BAE654}" destId="{3C0C19AC-83BC-41F3-B180-08887D294234}" srcOrd="0" destOrd="0" presId="urn:microsoft.com/office/officeart/2005/8/layout/cycle1"/>
    <dgm:cxn modelId="{3800947E-3BB5-40F7-A06D-20E15B4D43B9}" type="presOf" srcId="{68B472E3-9BF7-40B8-9FC9-AEA30DA3AD1E}" destId="{5960D3C3-A1E3-440F-8092-A3B4586F0620}" srcOrd="0" destOrd="0" presId="urn:microsoft.com/office/officeart/2005/8/layout/cycle1"/>
    <dgm:cxn modelId="{C0677686-A639-4D6E-B380-A0EED181E2CC}" type="presOf" srcId="{45878F99-7D88-469A-8766-643F51F10F3D}" destId="{3DF42B37-E79A-4250-A875-B8BC818092C4}" srcOrd="0" destOrd="0" presId="urn:microsoft.com/office/officeart/2005/8/layout/cycle1"/>
    <dgm:cxn modelId="{BE84A4A1-79D4-44E3-91D6-7ED7F05EE168}" type="presOf" srcId="{D65BA543-8F87-4A06-B37C-CC61E67C733A}" destId="{ABEF50E7-574C-4C95-B007-062CA94C7127}" srcOrd="0" destOrd="0" presId="urn:microsoft.com/office/officeart/2005/8/layout/cycle1"/>
    <dgm:cxn modelId="{4C8E16B5-08D5-4E23-95A3-E0E3DACA9969}" type="presOf" srcId="{9ECF7762-36BA-4968-9838-EEF656A6F53E}" destId="{D1EFF9E1-D553-43B5-A163-52B1E6DAE7D9}" srcOrd="0" destOrd="0" presId="urn:microsoft.com/office/officeart/2005/8/layout/cycle1"/>
    <dgm:cxn modelId="{5F58CABF-59F7-4947-BFEE-58FCE4EBF599}" type="presOf" srcId="{E8205A58-55A4-477F-B0CF-8D4CEA2D860A}" destId="{3E5D81B7-43A0-4649-AAD5-D00A9FF3F812}" srcOrd="0" destOrd="0" presId="urn:microsoft.com/office/officeart/2005/8/layout/cycle1"/>
    <dgm:cxn modelId="{0591A2CE-0D95-461E-9520-C192CF3985CB}" type="presOf" srcId="{30BB95A7-3DED-4A6A-A809-5448F8DFF13D}" destId="{08CE48BB-C243-40AC-B33E-9FA48E023FBC}" srcOrd="0" destOrd="0" presId="urn:microsoft.com/office/officeart/2005/8/layout/cycle1"/>
    <dgm:cxn modelId="{5FA8B297-A76E-46E4-B8D7-AA64799AB619}" type="presParOf" srcId="{08CE48BB-C243-40AC-B33E-9FA48E023FBC}" destId="{F5F19CF3-4861-44DE-A7CE-13930764DE43}" srcOrd="0" destOrd="0" presId="urn:microsoft.com/office/officeart/2005/8/layout/cycle1"/>
    <dgm:cxn modelId="{7B0374D1-6371-4505-A237-8388B22A5B0F}" type="presParOf" srcId="{08CE48BB-C243-40AC-B33E-9FA48E023FBC}" destId="{876DD9B2-275D-4A03-8575-EC079FFA4F80}" srcOrd="1" destOrd="0" presId="urn:microsoft.com/office/officeart/2005/8/layout/cycle1"/>
    <dgm:cxn modelId="{3EC07ABE-CA80-4C03-9807-94144CEC3724}" type="presParOf" srcId="{08CE48BB-C243-40AC-B33E-9FA48E023FBC}" destId="{58659F34-F6A6-4770-9BEC-465ABB68575F}" srcOrd="2" destOrd="0" presId="urn:microsoft.com/office/officeart/2005/8/layout/cycle1"/>
    <dgm:cxn modelId="{B4C9D896-A9F2-4EC8-BC01-887B0F613F20}" type="presParOf" srcId="{08CE48BB-C243-40AC-B33E-9FA48E023FBC}" destId="{D1EC7B7A-44B4-4BD8-BAE6-20A0E6355229}" srcOrd="3" destOrd="0" presId="urn:microsoft.com/office/officeart/2005/8/layout/cycle1"/>
    <dgm:cxn modelId="{B85EC081-1E02-4240-8151-7422D905CCFA}" type="presParOf" srcId="{08CE48BB-C243-40AC-B33E-9FA48E023FBC}" destId="{ABEF50E7-574C-4C95-B007-062CA94C7127}" srcOrd="4" destOrd="0" presId="urn:microsoft.com/office/officeart/2005/8/layout/cycle1"/>
    <dgm:cxn modelId="{99D671BA-26B2-412F-8F06-1EC899EBD6DC}" type="presParOf" srcId="{08CE48BB-C243-40AC-B33E-9FA48E023FBC}" destId="{1B4D6439-85AF-4C27-938A-86A1C331B7EC}" srcOrd="5" destOrd="0" presId="urn:microsoft.com/office/officeart/2005/8/layout/cycle1"/>
    <dgm:cxn modelId="{71AC609E-07E6-42D4-A9F9-C0FC87572BF1}" type="presParOf" srcId="{08CE48BB-C243-40AC-B33E-9FA48E023FBC}" destId="{218536C0-ABFE-40FD-AD73-B22E50EE5864}" srcOrd="6" destOrd="0" presId="urn:microsoft.com/office/officeart/2005/8/layout/cycle1"/>
    <dgm:cxn modelId="{A9D48457-86FB-4F62-8D61-3A3B5813CF61}" type="presParOf" srcId="{08CE48BB-C243-40AC-B33E-9FA48E023FBC}" destId="{D1EFF9E1-D553-43B5-A163-52B1E6DAE7D9}" srcOrd="7" destOrd="0" presId="urn:microsoft.com/office/officeart/2005/8/layout/cycle1"/>
    <dgm:cxn modelId="{A4A44B3D-41A7-4E98-9CE8-D59ED7C3A7E5}" type="presParOf" srcId="{08CE48BB-C243-40AC-B33E-9FA48E023FBC}" destId="{8DCECC24-D5D9-4DCE-BE32-2876F364871C}" srcOrd="8" destOrd="0" presId="urn:microsoft.com/office/officeart/2005/8/layout/cycle1"/>
    <dgm:cxn modelId="{A5516725-A20D-4859-BF01-D9178E109B80}" type="presParOf" srcId="{08CE48BB-C243-40AC-B33E-9FA48E023FBC}" destId="{78BA848A-DEAE-424F-9279-0562218D9221}" srcOrd="9" destOrd="0" presId="urn:microsoft.com/office/officeart/2005/8/layout/cycle1"/>
    <dgm:cxn modelId="{A0A60D37-C57A-407D-B2C4-4A69A3F4525A}" type="presParOf" srcId="{08CE48BB-C243-40AC-B33E-9FA48E023FBC}" destId="{3DF42B37-E79A-4250-A875-B8BC818092C4}" srcOrd="10" destOrd="0" presId="urn:microsoft.com/office/officeart/2005/8/layout/cycle1"/>
    <dgm:cxn modelId="{6EDA236A-591A-4C44-B093-5BB0B57D2AB8}" type="presParOf" srcId="{08CE48BB-C243-40AC-B33E-9FA48E023FBC}" destId="{5960D3C3-A1E3-440F-8092-A3B4586F0620}" srcOrd="11" destOrd="0" presId="urn:microsoft.com/office/officeart/2005/8/layout/cycle1"/>
    <dgm:cxn modelId="{6D60009F-3857-442D-9384-0AF642A7B602}" type="presParOf" srcId="{08CE48BB-C243-40AC-B33E-9FA48E023FBC}" destId="{CBA7FFE4-32E4-4C8A-A49D-1CE3EB578459}" srcOrd="12" destOrd="0" presId="urn:microsoft.com/office/officeart/2005/8/layout/cycle1"/>
    <dgm:cxn modelId="{84E23352-F004-4E83-9DCA-076B983F0C11}" type="presParOf" srcId="{08CE48BB-C243-40AC-B33E-9FA48E023FBC}" destId="{3C0C19AC-83BC-41F3-B180-08887D294234}" srcOrd="13" destOrd="0" presId="urn:microsoft.com/office/officeart/2005/8/layout/cycle1"/>
    <dgm:cxn modelId="{2519F97A-3E78-4780-B5AC-EF9F9A3E9680}" type="presParOf" srcId="{08CE48BB-C243-40AC-B33E-9FA48E023FBC}" destId="{3E5D81B7-43A0-4649-AAD5-D00A9FF3F812}" srcOrd="14" destOrd="0" presId="urn:microsoft.com/office/officeart/2005/8/layout/cycle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76AB9E1D-F3EB-4356-BFC9-AFC9C73CCE10}" type="doc">
      <dgm:prSet loTypeId="urn:microsoft.com/office/officeart/2008/layout/LinedList" loCatId="list" qsTypeId="urn:microsoft.com/office/officeart/2005/8/quickstyle/simple4" qsCatId="simple" csTypeId="urn:microsoft.com/office/officeart/2005/8/colors/colorful1" csCatId="colorful" phldr="1"/>
      <dgm:spPr/>
      <dgm:t>
        <a:bodyPr/>
        <a:lstStyle/>
        <a:p>
          <a:endParaRPr lang="en-US"/>
        </a:p>
      </dgm:t>
    </dgm:pt>
    <dgm:pt modelId="{4DCE9DC1-7E36-4DCD-A3F2-B1741F31A566}">
      <dgm:prSet custT="1"/>
      <dgm:spPr/>
      <dgm:t>
        <a:bodyPr/>
        <a:lstStyle/>
        <a:p>
          <a:r>
            <a:rPr lang="en-US" sz="2000" dirty="0">
              <a:latin typeface="Times New Roman" panose="02020603050405020304" pitchFamily="18" charset="0"/>
              <a:cs typeface="Times New Roman" panose="02020603050405020304" pitchFamily="18" charset="0"/>
            </a:rPr>
            <a:t>Project Status Report</a:t>
          </a:r>
        </a:p>
      </dgm:t>
    </dgm:pt>
    <dgm:pt modelId="{CFF73DB0-D85D-437C-ADB3-3FA60D6F210B}" type="parTrans" cxnId="{54B3BC15-6F15-41CD-9869-97C824CD91EB}">
      <dgm:prSet/>
      <dgm:spPr/>
      <dgm:t>
        <a:bodyPr/>
        <a:lstStyle/>
        <a:p>
          <a:endParaRPr lang="en-US"/>
        </a:p>
      </dgm:t>
    </dgm:pt>
    <dgm:pt modelId="{DAA9A533-887F-4F68-8E95-BCF5AC99EA02}" type="sibTrans" cxnId="{54B3BC15-6F15-41CD-9869-97C824CD91EB}">
      <dgm:prSet/>
      <dgm:spPr/>
      <dgm:t>
        <a:bodyPr/>
        <a:lstStyle/>
        <a:p>
          <a:endParaRPr lang="en-US"/>
        </a:p>
      </dgm:t>
    </dgm:pt>
    <dgm:pt modelId="{A5C9F663-32FA-46F6-B340-3B35911CE225}">
      <dgm:prSet custT="1"/>
      <dgm:spPr/>
      <dgm:t>
        <a:bodyPr/>
        <a:lstStyle/>
        <a:p>
          <a:r>
            <a:rPr lang="en-US" sz="2000" dirty="0">
              <a:latin typeface="Times New Roman" panose="02020603050405020304" pitchFamily="18" charset="0"/>
              <a:cs typeface="Times New Roman" panose="02020603050405020304" pitchFamily="18" charset="0"/>
            </a:rPr>
            <a:t>Financial Report</a:t>
          </a:r>
        </a:p>
      </dgm:t>
    </dgm:pt>
    <dgm:pt modelId="{8619E060-14BF-4D67-B336-BAEB6D2FEA9D}" type="parTrans" cxnId="{47DDC607-D1A1-4B67-B860-F47A5F5FEB33}">
      <dgm:prSet/>
      <dgm:spPr/>
      <dgm:t>
        <a:bodyPr/>
        <a:lstStyle/>
        <a:p>
          <a:endParaRPr lang="en-US"/>
        </a:p>
      </dgm:t>
    </dgm:pt>
    <dgm:pt modelId="{B4834F40-5880-4D6A-8255-EA3434D70517}" type="sibTrans" cxnId="{47DDC607-D1A1-4B67-B860-F47A5F5FEB33}">
      <dgm:prSet/>
      <dgm:spPr/>
      <dgm:t>
        <a:bodyPr/>
        <a:lstStyle/>
        <a:p>
          <a:endParaRPr lang="en-US"/>
        </a:p>
      </dgm:t>
    </dgm:pt>
    <dgm:pt modelId="{CD1F9391-C621-46CB-B9A5-075D0826DFF6}">
      <dgm:prSet custT="1"/>
      <dgm:spPr/>
      <dgm:t>
        <a:bodyPr/>
        <a:lstStyle/>
        <a:p>
          <a:r>
            <a:rPr lang="en-US" sz="2000" dirty="0">
              <a:latin typeface="Times New Roman" panose="02020603050405020304" pitchFamily="18" charset="0"/>
              <a:cs typeface="Times New Roman" panose="02020603050405020304" pitchFamily="18" charset="0"/>
            </a:rPr>
            <a:t>Progress Report</a:t>
          </a:r>
        </a:p>
      </dgm:t>
    </dgm:pt>
    <dgm:pt modelId="{D0931104-4419-4800-A3A1-EE137844C0B6}" type="parTrans" cxnId="{4075BC08-1692-47B5-8AE7-41AEA5CD4FE2}">
      <dgm:prSet/>
      <dgm:spPr/>
      <dgm:t>
        <a:bodyPr/>
        <a:lstStyle/>
        <a:p>
          <a:endParaRPr lang="en-US"/>
        </a:p>
      </dgm:t>
    </dgm:pt>
    <dgm:pt modelId="{DB4C0023-6041-48B3-9F89-969CB78BFDEE}" type="sibTrans" cxnId="{4075BC08-1692-47B5-8AE7-41AEA5CD4FE2}">
      <dgm:prSet/>
      <dgm:spPr/>
      <dgm:t>
        <a:bodyPr/>
        <a:lstStyle/>
        <a:p>
          <a:endParaRPr lang="en-US"/>
        </a:p>
      </dgm:t>
    </dgm:pt>
    <dgm:pt modelId="{7BEDC6A1-3D66-4B36-BC48-D44ECCD3F38A}">
      <dgm:prSet custT="1"/>
      <dgm:spPr/>
      <dgm:t>
        <a:bodyPr/>
        <a:lstStyle/>
        <a:p>
          <a:r>
            <a:rPr lang="en-US" sz="2000" dirty="0">
              <a:latin typeface="Times New Roman" panose="02020603050405020304" pitchFamily="18" charset="0"/>
              <a:cs typeface="Times New Roman" panose="02020603050405020304" pitchFamily="18" charset="0"/>
            </a:rPr>
            <a:t>Risk Assessment Report</a:t>
          </a:r>
        </a:p>
      </dgm:t>
    </dgm:pt>
    <dgm:pt modelId="{FCE21036-D99A-4B42-B411-A53EE697865A}" type="parTrans" cxnId="{88EB5DFF-99FB-42EE-9EC3-69F7E11B596A}">
      <dgm:prSet/>
      <dgm:spPr/>
      <dgm:t>
        <a:bodyPr/>
        <a:lstStyle/>
        <a:p>
          <a:endParaRPr lang="en-US"/>
        </a:p>
      </dgm:t>
    </dgm:pt>
    <dgm:pt modelId="{B2A54DA1-893A-44ED-826D-90FC3FB08820}" type="sibTrans" cxnId="{88EB5DFF-99FB-42EE-9EC3-69F7E11B596A}">
      <dgm:prSet/>
      <dgm:spPr/>
      <dgm:t>
        <a:bodyPr/>
        <a:lstStyle/>
        <a:p>
          <a:endParaRPr lang="en-US"/>
        </a:p>
      </dgm:t>
    </dgm:pt>
    <dgm:pt modelId="{A9A52BAC-ED85-4A6F-BC1A-0A8A5E6D6E41}">
      <dgm:prSet custT="1"/>
      <dgm:spPr/>
      <dgm:t>
        <a:bodyPr/>
        <a:lstStyle/>
        <a:p>
          <a:r>
            <a:rPr lang="en-US" sz="2000" dirty="0">
              <a:latin typeface="Times New Roman" panose="02020603050405020304" pitchFamily="18" charset="0"/>
              <a:cs typeface="Times New Roman" panose="02020603050405020304" pitchFamily="18" charset="0"/>
            </a:rPr>
            <a:t>Quality Assurance Report</a:t>
          </a:r>
        </a:p>
      </dgm:t>
    </dgm:pt>
    <dgm:pt modelId="{52D4689B-DFBD-41FF-980F-917F15CD27E4}" type="parTrans" cxnId="{2CC8ACD5-265A-4801-A5A0-1DB35714371F}">
      <dgm:prSet/>
      <dgm:spPr/>
      <dgm:t>
        <a:bodyPr/>
        <a:lstStyle/>
        <a:p>
          <a:endParaRPr lang="en-US"/>
        </a:p>
      </dgm:t>
    </dgm:pt>
    <dgm:pt modelId="{6E92CB0F-A12B-4D19-B5FE-319EA40614D6}" type="sibTrans" cxnId="{2CC8ACD5-265A-4801-A5A0-1DB35714371F}">
      <dgm:prSet/>
      <dgm:spPr/>
      <dgm:t>
        <a:bodyPr/>
        <a:lstStyle/>
        <a:p>
          <a:endParaRPr lang="en-US"/>
        </a:p>
      </dgm:t>
    </dgm:pt>
    <dgm:pt modelId="{E2BE49C9-315D-4C25-ACD4-DF15D0AA28EB}">
      <dgm:prSet custT="1"/>
      <dgm:spPr/>
      <dgm:t>
        <a:bodyPr/>
        <a:lstStyle/>
        <a:p>
          <a:r>
            <a:rPr lang="en-US" sz="2000" dirty="0">
              <a:latin typeface="Times New Roman" panose="02020603050405020304" pitchFamily="18" charset="0"/>
              <a:cs typeface="Times New Roman" panose="02020603050405020304" pitchFamily="18" charset="0"/>
            </a:rPr>
            <a:t>Executive Summary Report</a:t>
          </a:r>
        </a:p>
      </dgm:t>
    </dgm:pt>
    <dgm:pt modelId="{F3244B1E-A725-4502-9D52-5DE2030CC0BA}" type="parTrans" cxnId="{6D6178DC-5FE8-48C8-BF8F-A0BDA6BEDB9E}">
      <dgm:prSet/>
      <dgm:spPr/>
      <dgm:t>
        <a:bodyPr/>
        <a:lstStyle/>
        <a:p>
          <a:endParaRPr lang="en-US"/>
        </a:p>
      </dgm:t>
    </dgm:pt>
    <dgm:pt modelId="{ED2E0F38-58F6-4600-B619-30FDB041948F}" type="sibTrans" cxnId="{6D6178DC-5FE8-48C8-BF8F-A0BDA6BEDB9E}">
      <dgm:prSet/>
      <dgm:spPr/>
      <dgm:t>
        <a:bodyPr/>
        <a:lstStyle/>
        <a:p>
          <a:endParaRPr lang="en-US"/>
        </a:p>
      </dgm:t>
    </dgm:pt>
    <dgm:pt modelId="{598A8ABE-34C8-4A74-8BD6-96A99E000D71}">
      <dgm:prSet custT="1"/>
      <dgm:spPr/>
      <dgm:t>
        <a:bodyPr/>
        <a:lstStyle/>
        <a:p>
          <a:r>
            <a:rPr lang="en-US" sz="2000" dirty="0">
              <a:latin typeface="Times New Roman" panose="02020603050405020304" pitchFamily="18" charset="0"/>
              <a:cs typeface="Times New Roman" panose="02020603050405020304" pitchFamily="18" charset="0"/>
            </a:rPr>
            <a:t>Technical Report</a:t>
          </a:r>
        </a:p>
      </dgm:t>
    </dgm:pt>
    <dgm:pt modelId="{E928DB48-9180-444C-B2AB-4447AF4766AF}" type="parTrans" cxnId="{D7BFF861-CAA3-453B-A160-6117E7A6CDAC}">
      <dgm:prSet/>
      <dgm:spPr/>
      <dgm:t>
        <a:bodyPr/>
        <a:lstStyle/>
        <a:p>
          <a:endParaRPr lang="en-US"/>
        </a:p>
      </dgm:t>
    </dgm:pt>
    <dgm:pt modelId="{55547843-2E77-4957-8BEC-B56D31B32D83}" type="sibTrans" cxnId="{D7BFF861-CAA3-453B-A160-6117E7A6CDAC}">
      <dgm:prSet/>
      <dgm:spPr/>
      <dgm:t>
        <a:bodyPr/>
        <a:lstStyle/>
        <a:p>
          <a:endParaRPr lang="en-US"/>
        </a:p>
      </dgm:t>
    </dgm:pt>
    <dgm:pt modelId="{F6BF7562-F822-470F-8DA5-481A7BA81ADC}" type="pres">
      <dgm:prSet presAssocID="{76AB9E1D-F3EB-4356-BFC9-AFC9C73CCE10}" presName="vert0" presStyleCnt="0">
        <dgm:presLayoutVars>
          <dgm:dir/>
          <dgm:animOne val="branch"/>
          <dgm:animLvl val="lvl"/>
        </dgm:presLayoutVars>
      </dgm:prSet>
      <dgm:spPr/>
    </dgm:pt>
    <dgm:pt modelId="{D406D38A-EC69-4CE4-8887-81602CA02A9E}" type="pres">
      <dgm:prSet presAssocID="{4DCE9DC1-7E36-4DCD-A3F2-B1741F31A566}" presName="thickLine" presStyleLbl="alignNode1" presStyleIdx="0" presStyleCnt="7"/>
      <dgm:spPr/>
    </dgm:pt>
    <dgm:pt modelId="{B1E7F6B7-DDEF-436D-8B6A-BD5D2FDBCB62}" type="pres">
      <dgm:prSet presAssocID="{4DCE9DC1-7E36-4DCD-A3F2-B1741F31A566}" presName="horz1" presStyleCnt="0"/>
      <dgm:spPr/>
    </dgm:pt>
    <dgm:pt modelId="{6A6FAE9B-DFF5-4E08-B1EF-C78DA28558F5}" type="pres">
      <dgm:prSet presAssocID="{4DCE9DC1-7E36-4DCD-A3F2-B1741F31A566}" presName="tx1" presStyleLbl="revTx" presStyleIdx="0" presStyleCnt="7"/>
      <dgm:spPr/>
    </dgm:pt>
    <dgm:pt modelId="{F07683F3-D07D-4CC9-8DA3-1AAFE3640E2D}" type="pres">
      <dgm:prSet presAssocID="{4DCE9DC1-7E36-4DCD-A3F2-B1741F31A566}" presName="vert1" presStyleCnt="0"/>
      <dgm:spPr/>
    </dgm:pt>
    <dgm:pt modelId="{7420F13F-0717-4228-B320-A7FB16ACFE71}" type="pres">
      <dgm:prSet presAssocID="{A5C9F663-32FA-46F6-B340-3B35911CE225}" presName="thickLine" presStyleLbl="alignNode1" presStyleIdx="1" presStyleCnt="7"/>
      <dgm:spPr/>
    </dgm:pt>
    <dgm:pt modelId="{A95DA207-4F59-4E4C-969A-42D2CFA00685}" type="pres">
      <dgm:prSet presAssocID="{A5C9F663-32FA-46F6-B340-3B35911CE225}" presName="horz1" presStyleCnt="0"/>
      <dgm:spPr/>
    </dgm:pt>
    <dgm:pt modelId="{FE75A11C-D512-41EA-BBDC-14F17736CDAA}" type="pres">
      <dgm:prSet presAssocID="{A5C9F663-32FA-46F6-B340-3B35911CE225}" presName="tx1" presStyleLbl="revTx" presStyleIdx="1" presStyleCnt="7"/>
      <dgm:spPr/>
    </dgm:pt>
    <dgm:pt modelId="{D1B72146-A8C2-4851-BF15-2F304CA9AC0A}" type="pres">
      <dgm:prSet presAssocID="{A5C9F663-32FA-46F6-B340-3B35911CE225}" presName="vert1" presStyleCnt="0"/>
      <dgm:spPr/>
    </dgm:pt>
    <dgm:pt modelId="{ACA80E8A-183B-478D-9362-4AA8AE1558A4}" type="pres">
      <dgm:prSet presAssocID="{CD1F9391-C621-46CB-B9A5-075D0826DFF6}" presName="thickLine" presStyleLbl="alignNode1" presStyleIdx="2" presStyleCnt="7"/>
      <dgm:spPr/>
    </dgm:pt>
    <dgm:pt modelId="{C219F8FA-2D17-4D04-B7A2-689E5E78A0DA}" type="pres">
      <dgm:prSet presAssocID="{CD1F9391-C621-46CB-B9A5-075D0826DFF6}" presName="horz1" presStyleCnt="0"/>
      <dgm:spPr/>
    </dgm:pt>
    <dgm:pt modelId="{88152347-B4CD-4D8A-95EE-A646C63CF654}" type="pres">
      <dgm:prSet presAssocID="{CD1F9391-C621-46CB-B9A5-075D0826DFF6}" presName="tx1" presStyleLbl="revTx" presStyleIdx="2" presStyleCnt="7"/>
      <dgm:spPr/>
    </dgm:pt>
    <dgm:pt modelId="{45E53B0B-4367-4756-8CF8-0A6DC00D208C}" type="pres">
      <dgm:prSet presAssocID="{CD1F9391-C621-46CB-B9A5-075D0826DFF6}" presName="vert1" presStyleCnt="0"/>
      <dgm:spPr/>
    </dgm:pt>
    <dgm:pt modelId="{C3F38C7C-3D36-43C2-9579-A9AC2D2278E0}" type="pres">
      <dgm:prSet presAssocID="{7BEDC6A1-3D66-4B36-BC48-D44ECCD3F38A}" presName="thickLine" presStyleLbl="alignNode1" presStyleIdx="3" presStyleCnt="7"/>
      <dgm:spPr/>
    </dgm:pt>
    <dgm:pt modelId="{5714B477-4BA6-4C84-A385-2F3D97CE189E}" type="pres">
      <dgm:prSet presAssocID="{7BEDC6A1-3D66-4B36-BC48-D44ECCD3F38A}" presName="horz1" presStyleCnt="0"/>
      <dgm:spPr/>
    </dgm:pt>
    <dgm:pt modelId="{08EA6083-A161-4BA0-84EF-64FAE3DB35CF}" type="pres">
      <dgm:prSet presAssocID="{7BEDC6A1-3D66-4B36-BC48-D44ECCD3F38A}" presName="tx1" presStyleLbl="revTx" presStyleIdx="3" presStyleCnt="7"/>
      <dgm:spPr/>
    </dgm:pt>
    <dgm:pt modelId="{00135C5C-115B-4697-A69F-8FA0223CD6D5}" type="pres">
      <dgm:prSet presAssocID="{7BEDC6A1-3D66-4B36-BC48-D44ECCD3F38A}" presName="vert1" presStyleCnt="0"/>
      <dgm:spPr/>
    </dgm:pt>
    <dgm:pt modelId="{A4032F38-191E-46C4-A5F8-A2E92279EC67}" type="pres">
      <dgm:prSet presAssocID="{A9A52BAC-ED85-4A6F-BC1A-0A8A5E6D6E41}" presName="thickLine" presStyleLbl="alignNode1" presStyleIdx="4" presStyleCnt="7"/>
      <dgm:spPr/>
    </dgm:pt>
    <dgm:pt modelId="{929786AC-2C99-49C9-9480-C38984963CC0}" type="pres">
      <dgm:prSet presAssocID="{A9A52BAC-ED85-4A6F-BC1A-0A8A5E6D6E41}" presName="horz1" presStyleCnt="0"/>
      <dgm:spPr/>
    </dgm:pt>
    <dgm:pt modelId="{BF6F5B46-FB72-4EE7-8945-1E480F498D53}" type="pres">
      <dgm:prSet presAssocID="{A9A52BAC-ED85-4A6F-BC1A-0A8A5E6D6E41}" presName="tx1" presStyleLbl="revTx" presStyleIdx="4" presStyleCnt="7"/>
      <dgm:spPr/>
    </dgm:pt>
    <dgm:pt modelId="{188DB030-FFE1-419D-9C21-276BE45DF2B7}" type="pres">
      <dgm:prSet presAssocID="{A9A52BAC-ED85-4A6F-BC1A-0A8A5E6D6E41}" presName="vert1" presStyleCnt="0"/>
      <dgm:spPr/>
    </dgm:pt>
    <dgm:pt modelId="{8F7FEE66-BF40-40C5-BB35-10936616E2ED}" type="pres">
      <dgm:prSet presAssocID="{E2BE49C9-315D-4C25-ACD4-DF15D0AA28EB}" presName="thickLine" presStyleLbl="alignNode1" presStyleIdx="5" presStyleCnt="7"/>
      <dgm:spPr/>
    </dgm:pt>
    <dgm:pt modelId="{E5C3475B-A518-42A4-AA7D-CB745559C070}" type="pres">
      <dgm:prSet presAssocID="{E2BE49C9-315D-4C25-ACD4-DF15D0AA28EB}" presName="horz1" presStyleCnt="0"/>
      <dgm:spPr/>
    </dgm:pt>
    <dgm:pt modelId="{8849DB97-ED55-4BBA-A3CD-D801A737336A}" type="pres">
      <dgm:prSet presAssocID="{E2BE49C9-315D-4C25-ACD4-DF15D0AA28EB}" presName="tx1" presStyleLbl="revTx" presStyleIdx="5" presStyleCnt="7"/>
      <dgm:spPr/>
    </dgm:pt>
    <dgm:pt modelId="{E6054E7D-A704-4FE1-BDAC-14EE4338F9B7}" type="pres">
      <dgm:prSet presAssocID="{E2BE49C9-315D-4C25-ACD4-DF15D0AA28EB}" presName="vert1" presStyleCnt="0"/>
      <dgm:spPr/>
    </dgm:pt>
    <dgm:pt modelId="{7CE90448-9CA1-4144-9029-33BEA8300C20}" type="pres">
      <dgm:prSet presAssocID="{598A8ABE-34C8-4A74-8BD6-96A99E000D71}" presName="thickLine" presStyleLbl="alignNode1" presStyleIdx="6" presStyleCnt="7"/>
      <dgm:spPr/>
    </dgm:pt>
    <dgm:pt modelId="{496043E3-6D23-4506-BF61-923553E90D88}" type="pres">
      <dgm:prSet presAssocID="{598A8ABE-34C8-4A74-8BD6-96A99E000D71}" presName="horz1" presStyleCnt="0"/>
      <dgm:spPr/>
    </dgm:pt>
    <dgm:pt modelId="{4A2CC020-2723-4379-AC64-F6C65B85DBAA}" type="pres">
      <dgm:prSet presAssocID="{598A8ABE-34C8-4A74-8BD6-96A99E000D71}" presName="tx1" presStyleLbl="revTx" presStyleIdx="6" presStyleCnt="7"/>
      <dgm:spPr/>
    </dgm:pt>
    <dgm:pt modelId="{3B44A5EF-138F-44E6-9FDB-48762AC9FAFA}" type="pres">
      <dgm:prSet presAssocID="{598A8ABE-34C8-4A74-8BD6-96A99E000D71}" presName="vert1" presStyleCnt="0"/>
      <dgm:spPr/>
    </dgm:pt>
  </dgm:ptLst>
  <dgm:cxnLst>
    <dgm:cxn modelId="{47DDC607-D1A1-4B67-B860-F47A5F5FEB33}" srcId="{76AB9E1D-F3EB-4356-BFC9-AFC9C73CCE10}" destId="{A5C9F663-32FA-46F6-B340-3B35911CE225}" srcOrd="1" destOrd="0" parTransId="{8619E060-14BF-4D67-B336-BAEB6D2FEA9D}" sibTransId="{B4834F40-5880-4D6A-8255-EA3434D70517}"/>
    <dgm:cxn modelId="{4075BC08-1692-47B5-8AE7-41AEA5CD4FE2}" srcId="{76AB9E1D-F3EB-4356-BFC9-AFC9C73CCE10}" destId="{CD1F9391-C621-46CB-B9A5-075D0826DFF6}" srcOrd="2" destOrd="0" parTransId="{D0931104-4419-4800-A3A1-EE137844C0B6}" sibTransId="{DB4C0023-6041-48B3-9F89-969CB78BFDEE}"/>
    <dgm:cxn modelId="{BD3D5714-68EA-4FC5-877E-A605D0D154AB}" type="presOf" srcId="{CD1F9391-C621-46CB-B9A5-075D0826DFF6}" destId="{88152347-B4CD-4D8A-95EE-A646C63CF654}" srcOrd="0" destOrd="0" presId="urn:microsoft.com/office/officeart/2008/layout/LinedList"/>
    <dgm:cxn modelId="{54B3BC15-6F15-41CD-9869-97C824CD91EB}" srcId="{76AB9E1D-F3EB-4356-BFC9-AFC9C73CCE10}" destId="{4DCE9DC1-7E36-4DCD-A3F2-B1741F31A566}" srcOrd="0" destOrd="0" parTransId="{CFF73DB0-D85D-437C-ADB3-3FA60D6F210B}" sibTransId="{DAA9A533-887F-4F68-8E95-BCF5AC99EA02}"/>
    <dgm:cxn modelId="{6A465E5D-4F3A-491B-93B2-394ED0DD6B6C}" type="presOf" srcId="{76AB9E1D-F3EB-4356-BFC9-AFC9C73CCE10}" destId="{F6BF7562-F822-470F-8DA5-481A7BA81ADC}" srcOrd="0" destOrd="0" presId="urn:microsoft.com/office/officeart/2008/layout/LinedList"/>
    <dgm:cxn modelId="{D7BFF861-CAA3-453B-A160-6117E7A6CDAC}" srcId="{76AB9E1D-F3EB-4356-BFC9-AFC9C73CCE10}" destId="{598A8ABE-34C8-4A74-8BD6-96A99E000D71}" srcOrd="6" destOrd="0" parTransId="{E928DB48-9180-444C-B2AB-4447AF4766AF}" sibTransId="{55547843-2E77-4957-8BEC-B56D31B32D83}"/>
    <dgm:cxn modelId="{72AD628B-5083-496F-9653-73714770F6A6}" type="presOf" srcId="{4DCE9DC1-7E36-4DCD-A3F2-B1741F31A566}" destId="{6A6FAE9B-DFF5-4E08-B1EF-C78DA28558F5}" srcOrd="0" destOrd="0" presId="urn:microsoft.com/office/officeart/2008/layout/LinedList"/>
    <dgm:cxn modelId="{98F3E5A5-0835-4704-A7E3-ABDAFD8A33AB}" type="presOf" srcId="{E2BE49C9-315D-4C25-ACD4-DF15D0AA28EB}" destId="{8849DB97-ED55-4BBA-A3CD-D801A737336A}" srcOrd="0" destOrd="0" presId="urn:microsoft.com/office/officeart/2008/layout/LinedList"/>
    <dgm:cxn modelId="{D68105B1-CA0E-4BBA-A40F-3D0E46ED1C24}" type="presOf" srcId="{A9A52BAC-ED85-4A6F-BC1A-0A8A5E6D6E41}" destId="{BF6F5B46-FB72-4EE7-8945-1E480F498D53}" srcOrd="0" destOrd="0" presId="urn:microsoft.com/office/officeart/2008/layout/LinedList"/>
    <dgm:cxn modelId="{EDA545C3-8D4A-4518-9F38-6A4AB79FE374}" type="presOf" srcId="{598A8ABE-34C8-4A74-8BD6-96A99E000D71}" destId="{4A2CC020-2723-4379-AC64-F6C65B85DBAA}" srcOrd="0" destOrd="0" presId="urn:microsoft.com/office/officeart/2008/layout/LinedList"/>
    <dgm:cxn modelId="{62310DC9-FC3D-4183-9AE0-956A3BA4F9B7}" type="presOf" srcId="{A5C9F663-32FA-46F6-B340-3B35911CE225}" destId="{FE75A11C-D512-41EA-BBDC-14F17736CDAA}" srcOrd="0" destOrd="0" presId="urn:microsoft.com/office/officeart/2008/layout/LinedList"/>
    <dgm:cxn modelId="{2CC8ACD5-265A-4801-A5A0-1DB35714371F}" srcId="{76AB9E1D-F3EB-4356-BFC9-AFC9C73CCE10}" destId="{A9A52BAC-ED85-4A6F-BC1A-0A8A5E6D6E41}" srcOrd="4" destOrd="0" parTransId="{52D4689B-DFBD-41FF-980F-917F15CD27E4}" sibTransId="{6E92CB0F-A12B-4D19-B5FE-319EA40614D6}"/>
    <dgm:cxn modelId="{6D6178DC-5FE8-48C8-BF8F-A0BDA6BEDB9E}" srcId="{76AB9E1D-F3EB-4356-BFC9-AFC9C73CCE10}" destId="{E2BE49C9-315D-4C25-ACD4-DF15D0AA28EB}" srcOrd="5" destOrd="0" parTransId="{F3244B1E-A725-4502-9D52-5DE2030CC0BA}" sibTransId="{ED2E0F38-58F6-4600-B619-30FDB041948F}"/>
    <dgm:cxn modelId="{3A6916E7-3646-4CE5-83AC-8ED7E09806D3}" type="presOf" srcId="{7BEDC6A1-3D66-4B36-BC48-D44ECCD3F38A}" destId="{08EA6083-A161-4BA0-84EF-64FAE3DB35CF}" srcOrd="0" destOrd="0" presId="urn:microsoft.com/office/officeart/2008/layout/LinedList"/>
    <dgm:cxn modelId="{88EB5DFF-99FB-42EE-9EC3-69F7E11B596A}" srcId="{76AB9E1D-F3EB-4356-BFC9-AFC9C73CCE10}" destId="{7BEDC6A1-3D66-4B36-BC48-D44ECCD3F38A}" srcOrd="3" destOrd="0" parTransId="{FCE21036-D99A-4B42-B411-A53EE697865A}" sibTransId="{B2A54DA1-893A-44ED-826D-90FC3FB08820}"/>
    <dgm:cxn modelId="{B8302E08-EA09-460B-B583-4EC8095B30F0}" type="presParOf" srcId="{F6BF7562-F822-470F-8DA5-481A7BA81ADC}" destId="{D406D38A-EC69-4CE4-8887-81602CA02A9E}" srcOrd="0" destOrd="0" presId="urn:microsoft.com/office/officeart/2008/layout/LinedList"/>
    <dgm:cxn modelId="{BBAC546E-460F-4BC7-96BF-D7C297A9C1AB}" type="presParOf" srcId="{F6BF7562-F822-470F-8DA5-481A7BA81ADC}" destId="{B1E7F6B7-DDEF-436D-8B6A-BD5D2FDBCB62}" srcOrd="1" destOrd="0" presId="urn:microsoft.com/office/officeart/2008/layout/LinedList"/>
    <dgm:cxn modelId="{64EEC17F-2858-4019-B060-7795CF3CBE8E}" type="presParOf" srcId="{B1E7F6B7-DDEF-436D-8B6A-BD5D2FDBCB62}" destId="{6A6FAE9B-DFF5-4E08-B1EF-C78DA28558F5}" srcOrd="0" destOrd="0" presId="urn:microsoft.com/office/officeart/2008/layout/LinedList"/>
    <dgm:cxn modelId="{651B7AD9-E570-4FCD-99FE-34E4CB868F7A}" type="presParOf" srcId="{B1E7F6B7-DDEF-436D-8B6A-BD5D2FDBCB62}" destId="{F07683F3-D07D-4CC9-8DA3-1AAFE3640E2D}" srcOrd="1" destOrd="0" presId="urn:microsoft.com/office/officeart/2008/layout/LinedList"/>
    <dgm:cxn modelId="{54D35DFB-354C-4605-9CCB-C6D47032E502}" type="presParOf" srcId="{F6BF7562-F822-470F-8DA5-481A7BA81ADC}" destId="{7420F13F-0717-4228-B320-A7FB16ACFE71}" srcOrd="2" destOrd="0" presId="urn:microsoft.com/office/officeart/2008/layout/LinedList"/>
    <dgm:cxn modelId="{28A936FC-1E24-419F-95BF-B5B74A98A397}" type="presParOf" srcId="{F6BF7562-F822-470F-8DA5-481A7BA81ADC}" destId="{A95DA207-4F59-4E4C-969A-42D2CFA00685}" srcOrd="3" destOrd="0" presId="urn:microsoft.com/office/officeart/2008/layout/LinedList"/>
    <dgm:cxn modelId="{0DDFFFE1-A2D2-4FAE-914D-66582F48AC96}" type="presParOf" srcId="{A95DA207-4F59-4E4C-969A-42D2CFA00685}" destId="{FE75A11C-D512-41EA-BBDC-14F17736CDAA}" srcOrd="0" destOrd="0" presId="urn:microsoft.com/office/officeart/2008/layout/LinedList"/>
    <dgm:cxn modelId="{235959F1-580E-4299-8783-D6E2ECAC8E84}" type="presParOf" srcId="{A95DA207-4F59-4E4C-969A-42D2CFA00685}" destId="{D1B72146-A8C2-4851-BF15-2F304CA9AC0A}" srcOrd="1" destOrd="0" presId="urn:microsoft.com/office/officeart/2008/layout/LinedList"/>
    <dgm:cxn modelId="{89BE47DB-1873-4F0B-87CF-4C4D0E51216D}" type="presParOf" srcId="{F6BF7562-F822-470F-8DA5-481A7BA81ADC}" destId="{ACA80E8A-183B-478D-9362-4AA8AE1558A4}" srcOrd="4" destOrd="0" presId="urn:microsoft.com/office/officeart/2008/layout/LinedList"/>
    <dgm:cxn modelId="{890495E4-2848-4080-8785-AD58D2D1BE5D}" type="presParOf" srcId="{F6BF7562-F822-470F-8DA5-481A7BA81ADC}" destId="{C219F8FA-2D17-4D04-B7A2-689E5E78A0DA}" srcOrd="5" destOrd="0" presId="urn:microsoft.com/office/officeart/2008/layout/LinedList"/>
    <dgm:cxn modelId="{1B856177-494A-4DC1-803A-B7F3B6CD687E}" type="presParOf" srcId="{C219F8FA-2D17-4D04-B7A2-689E5E78A0DA}" destId="{88152347-B4CD-4D8A-95EE-A646C63CF654}" srcOrd="0" destOrd="0" presId="urn:microsoft.com/office/officeart/2008/layout/LinedList"/>
    <dgm:cxn modelId="{B53F8889-1020-4EAE-9791-6D85327E9688}" type="presParOf" srcId="{C219F8FA-2D17-4D04-B7A2-689E5E78A0DA}" destId="{45E53B0B-4367-4756-8CF8-0A6DC00D208C}" srcOrd="1" destOrd="0" presId="urn:microsoft.com/office/officeart/2008/layout/LinedList"/>
    <dgm:cxn modelId="{AADFF3A0-66A9-4B22-A8F0-7AAD01D46277}" type="presParOf" srcId="{F6BF7562-F822-470F-8DA5-481A7BA81ADC}" destId="{C3F38C7C-3D36-43C2-9579-A9AC2D2278E0}" srcOrd="6" destOrd="0" presId="urn:microsoft.com/office/officeart/2008/layout/LinedList"/>
    <dgm:cxn modelId="{3AAA218B-07D9-4595-886B-EDD0DCD20911}" type="presParOf" srcId="{F6BF7562-F822-470F-8DA5-481A7BA81ADC}" destId="{5714B477-4BA6-4C84-A385-2F3D97CE189E}" srcOrd="7" destOrd="0" presId="urn:microsoft.com/office/officeart/2008/layout/LinedList"/>
    <dgm:cxn modelId="{B8C40884-3F0F-4A01-822F-9CDC1D933B83}" type="presParOf" srcId="{5714B477-4BA6-4C84-A385-2F3D97CE189E}" destId="{08EA6083-A161-4BA0-84EF-64FAE3DB35CF}" srcOrd="0" destOrd="0" presId="urn:microsoft.com/office/officeart/2008/layout/LinedList"/>
    <dgm:cxn modelId="{9E19EB1F-D6BB-435C-91C7-3C797D403E43}" type="presParOf" srcId="{5714B477-4BA6-4C84-A385-2F3D97CE189E}" destId="{00135C5C-115B-4697-A69F-8FA0223CD6D5}" srcOrd="1" destOrd="0" presId="urn:microsoft.com/office/officeart/2008/layout/LinedList"/>
    <dgm:cxn modelId="{85C883ED-D7CA-46E4-BA25-2B3E666ACEAB}" type="presParOf" srcId="{F6BF7562-F822-470F-8DA5-481A7BA81ADC}" destId="{A4032F38-191E-46C4-A5F8-A2E92279EC67}" srcOrd="8" destOrd="0" presId="urn:microsoft.com/office/officeart/2008/layout/LinedList"/>
    <dgm:cxn modelId="{0370D98A-4865-4C0A-8C47-9346338A5C58}" type="presParOf" srcId="{F6BF7562-F822-470F-8DA5-481A7BA81ADC}" destId="{929786AC-2C99-49C9-9480-C38984963CC0}" srcOrd="9" destOrd="0" presId="urn:microsoft.com/office/officeart/2008/layout/LinedList"/>
    <dgm:cxn modelId="{CEB62CED-9105-4613-92A7-38467402FFCC}" type="presParOf" srcId="{929786AC-2C99-49C9-9480-C38984963CC0}" destId="{BF6F5B46-FB72-4EE7-8945-1E480F498D53}" srcOrd="0" destOrd="0" presId="urn:microsoft.com/office/officeart/2008/layout/LinedList"/>
    <dgm:cxn modelId="{3E61A080-AA6E-4093-955E-DA183DF6424C}" type="presParOf" srcId="{929786AC-2C99-49C9-9480-C38984963CC0}" destId="{188DB030-FFE1-419D-9C21-276BE45DF2B7}" srcOrd="1" destOrd="0" presId="urn:microsoft.com/office/officeart/2008/layout/LinedList"/>
    <dgm:cxn modelId="{79B9D8CC-B38F-4318-87A5-EEC897394666}" type="presParOf" srcId="{F6BF7562-F822-470F-8DA5-481A7BA81ADC}" destId="{8F7FEE66-BF40-40C5-BB35-10936616E2ED}" srcOrd="10" destOrd="0" presId="urn:microsoft.com/office/officeart/2008/layout/LinedList"/>
    <dgm:cxn modelId="{E9C91D23-0B51-4374-8178-E595A0A1B292}" type="presParOf" srcId="{F6BF7562-F822-470F-8DA5-481A7BA81ADC}" destId="{E5C3475B-A518-42A4-AA7D-CB745559C070}" srcOrd="11" destOrd="0" presId="urn:microsoft.com/office/officeart/2008/layout/LinedList"/>
    <dgm:cxn modelId="{EB666C68-32C7-4C18-8CC5-DFD559242C92}" type="presParOf" srcId="{E5C3475B-A518-42A4-AA7D-CB745559C070}" destId="{8849DB97-ED55-4BBA-A3CD-D801A737336A}" srcOrd="0" destOrd="0" presId="urn:microsoft.com/office/officeart/2008/layout/LinedList"/>
    <dgm:cxn modelId="{689F3953-E600-4735-9B46-2C2CE8F974DC}" type="presParOf" srcId="{E5C3475B-A518-42A4-AA7D-CB745559C070}" destId="{E6054E7D-A704-4FE1-BDAC-14EE4338F9B7}" srcOrd="1" destOrd="0" presId="urn:microsoft.com/office/officeart/2008/layout/LinedList"/>
    <dgm:cxn modelId="{C2166ADF-2848-4338-8B19-332C010BC15A}" type="presParOf" srcId="{F6BF7562-F822-470F-8DA5-481A7BA81ADC}" destId="{7CE90448-9CA1-4144-9029-33BEA8300C20}" srcOrd="12" destOrd="0" presId="urn:microsoft.com/office/officeart/2008/layout/LinedList"/>
    <dgm:cxn modelId="{A7D6016C-62A3-4E64-B729-53AEC8DE8B82}" type="presParOf" srcId="{F6BF7562-F822-470F-8DA5-481A7BA81ADC}" destId="{496043E3-6D23-4506-BF61-923553E90D88}" srcOrd="13" destOrd="0" presId="urn:microsoft.com/office/officeart/2008/layout/LinedList"/>
    <dgm:cxn modelId="{BADAB142-A1AD-47F7-AEEF-6075B6B8DFC7}" type="presParOf" srcId="{496043E3-6D23-4506-BF61-923553E90D88}" destId="{4A2CC020-2723-4379-AC64-F6C65B85DBAA}" srcOrd="0" destOrd="0" presId="urn:microsoft.com/office/officeart/2008/layout/LinedList"/>
    <dgm:cxn modelId="{EAA0B33A-04EA-443A-BFEE-25DE2AD92689}" type="presParOf" srcId="{496043E3-6D23-4506-BF61-923553E90D88}" destId="{3B44A5EF-138F-44E6-9FDB-48762AC9FAFA}"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C94A573D-11A1-4272-A294-CBDB42BA0E66}" type="doc">
      <dgm:prSet loTypeId="urn:microsoft.com/office/officeart/2005/8/layout/cycle6" loCatId="cycle" qsTypeId="urn:microsoft.com/office/officeart/2005/8/quickstyle/simple4" qsCatId="simple" csTypeId="urn:microsoft.com/office/officeart/2005/8/colors/colorful1" csCatId="colorful"/>
      <dgm:spPr/>
      <dgm:t>
        <a:bodyPr/>
        <a:lstStyle/>
        <a:p>
          <a:endParaRPr lang="en-US"/>
        </a:p>
      </dgm:t>
    </dgm:pt>
    <dgm:pt modelId="{2A0E1555-0BF1-45BE-B83C-1987EA820E36}">
      <dgm:prSet custT="1"/>
      <dgm:spPr/>
      <dgm:t>
        <a:bodyPr/>
        <a:lstStyle/>
        <a:p>
          <a:r>
            <a:rPr lang="en-US" sz="2000" dirty="0">
              <a:latin typeface="Times New Roman" panose="02020603050405020304" pitchFamily="18" charset="0"/>
              <a:cs typeface="Times New Roman" panose="02020603050405020304" pitchFamily="18" charset="0"/>
            </a:rPr>
            <a:t>Bugzilla</a:t>
          </a:r>
        </a:p>
      </dgm:t>
    </dgm:pt>
    <dgm:pt modelId="{13B585C4-8DB1-4B33-829D-0D747699A8F6}" type="parTrans" cxnId="{5E94C2E9-13C2-4873-877F-F8E5094B8A75}">
      <dgm:prSet/>
      <dgm:spPr/>
      <dgm:t>
        <a:bodyPr/>
        <a:lstStyle/>
        <a:p>
          <a:endParaRPr lang="en-US"/>
        </a:p>
      </dgm:t>
    </dgm:pt>
    <dgm:pt modelId="{B33FF341-62BE-470C-AE7D-6E15322B5C27}" type="sibTrans" cxnId="{5E94C2E9-13C2-4873-877F-F8E5094B8A75}">
      <dgm:prSet/>
      <dgm:spPr/>
      <dgm:t>
        <a:bodyPr/>
        <a:lstStyle/>
        <a:p>
          <a:endParaRPr lang="en-US"/>
        </a:p>
      </dgm:t>
    </dgm:pt>
    <dgm:pt modelId="{4309B6D3-5BDF-4D3E-BDFD-2497E45417AA}">
      <dgm:prSet custT="1"/>
      <dgm:spPr/>
      <dgm:t>
        <a:bodyPr/>
        <a:lstStyle/>
        <a:p>
          <a:r>
            <a:rPr lang="en-US" sz="2000" dirty="0">
              <a:latin typeface="Times New Roman" panose="02020603050405020304" pitchFamily="18" charset="0"/>
              <a:cs typeface="Times New Roman" panose="02020603050405020304" pitchFamily="18" charset="0"/>
            </a:rPr>
            <a:t>ALM</a:t>
          </a:r>
        </a:p>
      </dgm:t>
    </dgm:pt>
    <dgm:pt modelId="{D760142C-9841-438B-A24A-E7D62BACD1BD}" type="parTrans" cxnId="{0B09043B-C92B-4DDF-A510-495FBE508E72}">
      <dgm:prSet/>
      <dgm:spPr/>
      <dgm:t>
        <a:bodyPr/>
        <a:lstStyle/>
        <a:p>
          <a:endParaRPr lang="en-US"/>
        </a:p>
      </dgm:t>
    </dgm:pt>
    <dgm:pt modelId="{FBB187F5-6B15-4132-9A3D-6A69C86F7A56}" type="sibTrans" cxnId="{0B09043B-C92B-4DDF-A510-495FBE508E72}">
      <dgm:prSet/>
      <dgm:spPr/>
      <dgm:t>
        <a:bodyPr/>
        <a:lstStyle/>
        <a:p>
          <a:endParaRPr lang="en-US"/>
        </a:p>
      </dgm:t>
    </dgm:pt>
    <dgm:pt modelId="{B4D10641-3872-4D27-997C-0EC13BEF55FD}">
      <dgm:prSet custT="1"/>
      <dgm:spPr/>
      <dgm:t>
        <a:bodyPr/>
        <a:lstStyle/>
        <a:p>
          <a:r>
            <a:rPr lang="en-US" sz="2000" dirty="0">
              <a:latin typeface="Times New Roman" panose="02020603050405020304" pitchFamily="18" charset="0"/>
              <a:cs typeface="Times New Roman" panose="02020603050405020304" pitchFamily="18" charset="0"/>
            </a:rPr>
            <a:t>JIRA</a:t>
          </a:r>
        </a:p>
      </dgm:t>
    </dgm:pt>
    <dgm:pt modelId="{9501CEEC-6641-45D7-9163-012109AE5E09}" type="parTrans" cxnId="{661FC090-B744-4DC3-BC24-89B5AE7940B1}">
      <dgm:prSet/>
      <dgm:spPr/>
      <dgm:t>
        <a:bodyPr/>
        <a:lstStyle/>
        <a:p>
          <a:endParaRPr lang="en-US"/>
        </a:p>
      </dgm:t>
    </dgm:pt>
    <dgm:pt modelId="{C705A8CB-F0FE-4EAF-B874-417F8A82DF33}" type="sibTrans" cxnId="{661FC090-B744-4DC3-BC24-89B5AE7940B1}">
      <dgm:prSet/>
      <dgm:spPr/>
      <dgm:t>
        <a:bodyPr/>
        <a:lstStyle/>
        <a:p>
          <a:endParaRPr lang="en-US"/>
        </a:p>
      </dgm:t>
    </dgm:pt>
    <dgm:pt modelId="{37A49370-4734-4A55-941A-B6A428084082}">
      <dgm:prSet custT="1"/>
      <dgm:spPr/>
      <dgm:t>
        <a:bodyPr/>
        <a:lstStyle/>
        <a:p>
          <a:r>
            <a:rPr lang="en-US" sz="2000" dirty="0">
              <a:latin typeface="Times New Roman" panose="02020603050405020304" pitchFamily="18" charset="0"/>
              <a:cs typeface="Times New Roman" panose="02020603050405020304" pitchFamily="18" charset="0"/>
            </a:rPr>
            <a:t>Tracker</a:t>
          </a:r>
        </a:p>
      </dgm:t>
    </dgm:pt>
    <dgm:pt modelId="{62579B2A-6E88-4F67-8E9B-210AA8C2AE6B}" type="parTrans" cxnId="{FB87AA92-AC42-4265-9800-864314CD2B46}">
      <dgm:prSet/>
      <dgm:spPr/>
      <dgm:t>
        <a:bodyPr/>
        <a:lstStyle/>
        <a:p>
          <a:endParaRPr lang="en-US"/>
        </a:p>
      </dgm:t>
    </dgm:pt>
    <dgm:pt modelId="{E9ACC36E-4A27-4425-8E4B-DE762FBD3F72}" type="sibTrans" cxnId="{FB87AA92-AC42-4265-9800-864314CD2B46}">
      <dgm:prSet/>
      <dgm:spPr/>
      <dgm:t>
        <a:bodyPr/>
        <a:lstStyle/>
        <a:p>
          <a:endParaRPr lang="en-US"/>
        </a:p>
      </dgm:t>
    </dgm:pt>
    <dgm:pt modelId="{521EC629-C3EE-4D6D-98C3-CE99AE0636C3}">
      <dgm:prSet custT="1"/>
      <dgm:spPr/>
      <dgm:t>
        <a:bodyPr/>
        <a:lstStyle/>
        <a:p>
          <a:r>
            <a:rPr lang="en-US" sz="2000" dirty="0">
              <a:latin typeface="Times New Roman" panose="02020603050405020304" pitchFamily="18" charset="0"/>
              <a:cs typeface="Times New Roman" panose="02020603050405020304" pitchFamily="18" charset="0"/>
            </a:rPr>
            <a:t>Intent+</a:t>
          </a:r>
        </a:p>
      </dgm:t>
    </dgm:pt>
    <dgm:pt modelId="{59C987D5-C8B3-46CB-9C56-38AD9CA083AB}" type="parTrans" cxnId="{2A550024-0F2C-4B10-A471-C22938BF5344}">
      <dgm:prSet/>
      <dgm:spPr/>
      <dgm:t>
        <a:bodyPr/>
        <a:lstStyle/>
        <a:p>
          <a:endParaRPr lang="en-US"/>
        </a:p>
      </dgm:t>
    </dgm:pt>
    <dgm:pt modelId="{B750C67C-8B1C-4D7D-9FE3-F67289B05E8E}" type="sibTrans" cxnId="{2A550024-0F2C-4B10-A471-C22938BF5344}">
      <dgm:prSet/>
      <dgm:spPr/>
      <dgm:t>
        <a:bodyPr/>
        <a:lstStyle/>
        <a:p>
          <a:endParaRPr lang="en-US"/>
        </a:p>
      </dgm:t>
    </dgm:pt>
    <dgm:pt modelId="{1DCEB32E-496B-4985-A391-2284D071D177}">
      <dgm:prSet custT="1"/>
      <dgm:spPr/>
      <dgm:t>
        <a:bodyPr/>
        <a:lstStyle/>
        <a:p>
          <a:r>
            <a:rPr lang="en-US" sz="2000" dirty="0">
              <a:latin typeface="Times New Roman" panose="02020603050405020304" pitchFamily="18" charset="0"/>
              <a:cs typeface="Times New Roman" panose="02020603050405020304" pitchFamily="18" charset="0"/>
            </a:rPr>
            <a:t>QC</a:t>
          </a:r>
        </a:p>
      </dgm:t>
    </dgm:pt>
    <dgm:pt modelId="{FA923BB4-485B-439B-AAB5-42A93F59316B}" type="parTrans" cxnId="{0EAB8B83-D7CF-44A6-B4C5-37001C682D5B}">
      <dgm:prSet/>
      <dgm:spPr/>
      <dgm:t>
        <a:bodyPr/>
        <a:lstStyle/>
        <a:p>
          <a:endParaRPr lang="en-US"/>
        </a:p>
      </dgm:t>
    </dgm:pt>
    <dgm:pt modelId="{28A20BE6-9A4D-415D-B2CB-0041343B289A}" type="sibTrans" cxnId="{0EAB8B83-D7CF-44A6-B4C5-37001C682D5B}">
      <dgm:prSet/>
      <dgm:spPr/>
      <dgm:t>
        <a:bodyPr/>
        <a:lstStyle/>
        <a:p>
          <a:endParaRPr lang="en-US"/>
        </a:p>
      </dgm:t>
    </dgm:pt>
    <dgm:pt modelId="{8F87D24F-B567-4888-A4B5-AAD54C404871}" type="pres">
      <dgm:prSet presAssocID="{C94A573D-11A1-4272-A294-CBDB42BA0E66}" presName="cycle" presStyleCnt="0">
        <dgm:presLayoutVars>
          <dgm:dir/>
          <dgm:resizeHandles val="exact"/>
        </dgm:presLayoutVars>
      </dgm:prSet>
      <dgm:spPr/>
    </dgm:pt>
    <dgm:pt modelId="{7E52A234-2646-4BBE-809D-9FC53BA59A4C}" type="pres">
      <dgm:prSet presAssocID="{2A0E1555-0BF1-45BE-B83C-1987EA820E36}" presName="node" presStyleLbl="node1" presStyleIdx="0" presStyleCnt="6">
        <dgm:presLayoutVars>
          <dgm:bulletEnabled val="1"/>
        </dgm:presLayoutVars>
      </dgm:prSet>
      <dgm:spPr/>
    </dgm:pt>
    <dgm:pt modelId="{76647C64-3C1A-4EC6-A65A-C5E194F75C2A}" type="pres">
      <dgm:prSet presAssocID="{2A0E1555-0BF1-45BE-B83C-1987EA820E36}" presName="spNode" presStyleCnt="0"/>
      <dgm:spPr/>
    </dgm:pt>
    <dgm:pt modelId="{17FEA048-562D-435D-907C-956FFBC6A033}" type="pres">
      <dgm:prSet presAssocID="{B33FF341-62BE-470C-AE7D-6E15322B5C27}" presName="sibTrans" presStyleLbl="sibTrans1D1" presStyleIdx="0" presStyleCnt="6"/>
      <dgm:spPr/>
    </dgm:pt>
    <dgm:pt modelId="{68D5B9B4-2FF9-4218-B638-7B80966635BE}" type="pres">
      <dgm:prSet presAssocID="{4309B6D3-5BDF-4D3E-BDFD-2497E45417AA}" presName="node" presStyleLbl="node1" presStyleIdx="1" presStyleCnt="6">
        <dgm:presLayoutVars>
          <dgm:bulletEnabled val="1"/>
        </dgm:presLayoutVars>
      </dgm:prSet>
      <dgm:spPr/>
    </dgm:pt>
    <dgm:pt modelId="{56D94F54-D6ED-4E19-B405-EB5C3F938808}" type="pres">
      <dgm:prSet presAssocID="{4309B6D3-5BDF-4D3E-BDFD-2497E45417AA}" presName="spNode" presStyleCnt="0"/>
      <dgm:spPr/>
    </dgm:pt>
    <dgm:pt modelId="{62702FD4-C921-4AC9-8C85-BEE7721BACD8}" type="pres">
      <dgm:prSet presAssocID="{FBB187F5-6B15-4132-9A3D-6A69C86F7A56}" presName="sibTrans" presStyleLbl="sibTrans1D1" presStyleIdx="1" presStyleCnt="6"/>
      <dgm:spPr/>
    </dgm:pt>
    <dgm:pt modelId="{E0EF604A-567D-4A3C-A3C2-3EB8CED4BEA6}" type="pres">
      <dgm:prSet presAssocID="{B4D10641-3872-4D27-997C-0EC13BEF55FD}" presName="node" presStyleLbl="node1" presStyleIdx="2" presStyleCnt="6">
        <dgm:presLayoutVars>
          <dgm:bulletEnabled val="1"/>
        </dgm:presLayoutVars>
      </dgm:prSet>
      <dgm:spPr/>
    </dgm:pt>
    <dgm:pt modelId="{2E59FFA2-C19D-416F-B3E1-2102A9BBFA10}" type="pres">
      <dgm:prSet presAssocID="{B4D10641-3872-4D27-997C-0EC13BEF55FD}" presName="spNode" presStyleCnt="0"/>
      <dgm:spPr/>
    </dgm:pt>
    <dgm:pt modelId="{4CEDD989-9B91-4316-9FFB-A4EA0AE86B2D}" type="pres">
      <dgm:prSet presAssocID="{C705A8CB-F0FE-4EAF-B874-417F8A82DF33}" presName="sibTrans" presStyleLbl="sibTrans1D1" presStyleIdx="2" presStyleCnt="6"/>
      <dgm:spPr/>
    </dgm:pt>
    <dgm:pt modelId="{31408B81-343A-460C-BA4B-78370A768347}" type="pres">
      <dgm:prSet presAssocID="{37A49370-4734-4A55-941A-B6A428084082}" presName="node" presStyleLbl="node1" presStyleIdx="3" presStyleCnt="6">
        <dgm:presLayoutVars>
          <dgm:bulletEnabled val="1"/>
        </dgm:presLayoutVars>
      </dgm:prSet>
      <dgm:spPr/>
    </dgm:pt>
    <dgm:pt modelId="{BE015B72-2BED-474E-947E-453C77E89A7B}" type="pres">
      <dgm:prSet presAssocID="{37A49370-4734-4A55-941A-B6A428084082}" presName="spNode" presStyleCnt="0"/>
      <dgm:spPr/>
    </dgm:pt>
    <dgm:pt modelId="{4AA36613-28F6-4A36-A753-E0F3C1FFBE5E}" type="pres">
      <dgm:prSet presAssocID="{E9ACC36E-4A27-4425-8E4B-DE762FBD3F72}" presName="sibTrans" presStyleLbl="sibTrans1D1" presStyleIdx="3" presStyleCnt="6"/>
      <dgm:spPr/>
    </dgm:pt>
    <dgm:pt modelId="{D7C46A62-7473-4D3F-AB92-46ECFF9C8EC3}" type="pres">
      <dgm:prSet presAssocID="{521EC629-C3EE-4D6D-98C3-CE99AE0636C3}" presName="node" presStyleLbl="node1" presStyleIdx="4" presStyleCnt="6" custRadScaleRad="99538" custRadScaleInc="-768">
        <dgm:presLayoutVars>
          <dgm:bulletEnabled val="1"/>
        </dgm:presLayoutVars>
      </dgm:prSet>
      <dgm:spPr/>
    </dgm:pt>
    <dgm:pt modelId="{2D6A9BD6-188A-4508-BF62-E50736C9F13B}" type="pres">
      <dgm:prSet presAssocID="{521EC629-C3EE-4D6D-98C3-CE99AE0636C3}" presName="spNode" presStyleCnt="0"/>
      <dgm:spPr/>
    </dgm:pt>
    <dgm:pt modelId="{765F7A3A-3298-464F-863C-79A90C1348BA}" type="pres">
      <dgm:prSet presAssocID="{B750C67C-8B1C-4D7D-9FE3-F67289B05E8E}" presName="sibTrans" presStyleLbl="sibTrans1D1" presStyleIdx="4" presStyleCnt="6"/>
      <dgm:spPr/>
    </dgm:pt>
    <dgm:pt modelId="{EC97DFD7-62C2-4926-BAC5-DFA67B4CBCA7}" type="pres">
      <dgm:prSet presAssocID="{1DCEB32E-496B-4985-A391-2284D071D177}" presName="node" presStyleLbl="node1" presStyleIdx="5" presStyleCnt="6">
        <dgm:presLayoutVars>
          <dgm:bulletEnabled val="1"/>
        </dgm:presLayoutVars>
      </dgm:prSet>
      <dgm:spPr/>
    </dgm:pt>
    <dgm:pt modelId="{09FBD8BC-33D5-467A-98DD-0D62C7FCE51A}" type="pres">
      <dgm:prSet presAssocID="{1DCEB32E-496B-4985-A391-2284D071D177}" presName="spNode" presStyleCnt="0"/>
      <dgm:spPr/>
    </dgm:pt>
    <dgm:pt modelId="{8656C73A-2CAC-4204-AB52-5799FDF50636}" type="pres">
      <dgm:prSet presAssocID="{28A20BE6-9A4D-415D-B2CB-0041343B289A}" presName="sibTrans" presStyleLbl="sibTrans1D1" presStyleIdx="5" presStyleCnt="6"/>
      <dgm:spPr/>
    </dgm:pt>
  </dgm:ptLst>
  <dgm:cxnLst>
    <dgm:cxn modelId="{E47CEE19-1EF2-44F8-8870-9C59F950642D}" type="presOf" srcId="{521EC629-C3EE-4D6D-98C3-CE99AE0636C3}" destId="{D7C46A62-7473-4D3F-AB92-46ECFF9C8EC3}" srcOrd="0" destOrd="0" presId="urn:microsoft.com/office/officeart/2005/8/layout/cycle6"/>
    <dgm:cxn modelId="{BEEA3F1C-8A4A-4B21-AE13-056772467D27}" type="presOf" srcId="{28A20BE6-9A4D-415D-B2CB-0041343B289A}" destId="{8656C73A-2CAC-4204-AB52-5799FDF50636}" srcOrd="0" destOrd="0" presId="urn:microsoft.com/office/officeart/2005/8/layout/cycle6"/>
    <dgm:cxn modelId="{2A550024-0F2C-4B10-A471-C22938BF5344}" srcId="{C94A573D-11A1-4272-A294-CBDB42BA0E66}" destId="{521EC629-C3EE-4D6D-98C3-CE99AE0636C3}" srcOrd="4" destOrd="0" parTransId="{59C987D5-C8B3-46CB-9C56-38AD9CA083AB}" sibTransId="{B750C67C-8B1C-4D7D-9FE3-F67289B05E8E}"/>
    <dgm:cxn modelId="{0B09043B-C92B-4DDF-A510-495FBE508E72}" srcId="{C94A573D-11A1-4272-A294-CBDB42BA0E66}" destId="{4309B6D3-5BDF-4D3E-BDFD-2497E45417AA}" srcOrd="1" destOrd="0" parTransId="{D760142C-9841-438B-A24A-E7D62BACD1BD}" sibTransId="{FBB187F5-6B15-4132-9A3D-6A69C86F7A56}"/>
    <dgm:cxn modelId="{5FEF2670-A7BA-4750-96BA-677DD5791A57}" type="presOf" srcId="{37A49370-4734-4A55-941A-B6A428084082}" destId="{31408B81-343A-460C-BA4B-78370A768347}" srcOrd="0" destOrd="0" presId="urn:microsoft.com/office/officeart/2005/8/layout/cycle6"/>
    <dgm:cxn modelId="{53A0FA78-6488-4E9F-A96D-5E1E7078A9E1}" type="presOf" srcId="{E9ACC36E-4A27-4425-8E4B-DE762FBD3F72}" destId="{4AA36613-28F6-4A36-A753-E0F3C1FFBE5E}" srcOrd="0" destOrd="0" presId="urn:microsoft.com/office/officeart/2005/8/layout/cycle6"/>
    <dgm:cxn modelId="{E19A497A-124B-4AEF-B78F-7B0E0D91AE8A}" type="presOf" srcId="{FBB187F5-6B15-4132-9A3D-6A69C86F7A56}" destId="{62702FD4-C921-4AC9-8C85-BEE7721BACD8}" srcOrd="0" destOrd="0" presId="urn:microsoft.com/office/officeart/2005/8/layout/cycle6"/>
    <dgm:cxn modelId="{6B4EC281-C3D9-4D5F-82E3-8A81C06F8D44}" type="presOf" srcId="{B4D10641-3872-4D27-997C-0EC13BEF55FD}" destId="{E0EF604A-567D-4A3C-A3C2-3EB8CED4BEA6}" srcOrd="0" destOrd="0" presId="urn:microsoft.com/office/officeart/2005/8/layout/cycle6"/>
    <dgm:cxn modelId="{0EAB8B83-D7CF-44A6-B4C5-37001C682D5B}" srcId="{C94A573D-11A1-4272-A294-CBDB42BA0E66}" destId="{1DCEB32E-496B-4985-A391-2284D071D177}" srcOrd="5" destOrd="0" parTransId="{FA923BB4-485B-439B-AAB5-42A93F59316B}" sibTransId="{28A20BE6-9A4D-415D-B2CB-0041343B289A}"/>
    <dgm:cxn modelId="{5F33F185-0522-4C37-977A-DCB453F4654D}" type="presOf" srcId="{B33FF341-62BE-470C-AE7D-6E15322B5C27}" destId="{17FEA048-562D-435D-907C-956FFBC6A033}" srcOrd="0" destOrd="0" presId="urn:microsoft.com/office/officeart/2005/8/layout/cycle6"/>
    <dgm:cxn modelId="{507EE487-EC28-45AC-AF55-E55ADB09D329}" type="presOf" srcId="{2A0E1555-0BF1-45BE-B83C-1987EA820E36}" destId="{7E52A234-2646-4BBE-809D-9FC53BA59A4C}" srcOrd="0" destOrd="0" presId="urn:microsoft.com/office/officeart/2005/8/layout/cycle6"/>
    <dgm:cxn modelId="{661FC090-B744-4DC3-BC24-89B5AE7940B1}" srcId="{C94A573D-11A1-4272-A294-CBDB42BA0E66}" destId="{B4D10641-3872-4D27-997C-0EC13BEF55FD}" srcOrd="2" destOrd="0" parTransId="{9501CEEC-6641-45D7-9163-012109AE5E09}" sibTransId="{C705A8CB-F0FE-4EAF-B874-417F8A82DF33}"/>
    <dgm:cxn modelId="{FB87AA92-AC42-4265-9800-864314CD2B46}" srcId="{C94A573D-11A1-4272-A294-CBDB42BA0E66}" destId="{37A49370-4734-4A55-941A-B6A428084082}" srcOrd="3" destOrd="0" parTransId="{62579B2A-6E88-4F67-8E9B-210AA8C2AE6B}" sibTransId="{E9ACC36E-4A27-4425-8E4B-DE762FBD3F72}"/>
    <dgm:cxn modelId="{117985A8-212E-400D-8D1C-91E4D24B63BA}" type="presOf" srcId="{B750C67C-8B1C-4D7D-9FE3-F67289B05E8E}" destId="{765F7A3A-3298-464F-863C-79A90C1348BA}" srcOrd="0" destOrd="0" presId="urn:microsoft.com/office/officeart/2005/8/layout/cycle6"/>
    <dgm:cxn modelId="{7AA3A1AF-4B49-4F89-BA59-9672315B5280}" type="presOf" srcId="{4309B6D3-5BDF-4D3E-BDFD-2497E45417AA}" destId="{68D5B9B4-2FF9-4218-B638-7B80966635BE}" srcOrd="0" destOrd="0" presId="urn:microsoft.com/office/officeart/2005/8/layout/cycle6"/>
    <dgm:cxn modelId="{8BF21FB6-C321-45FC-A626-09303330BF80}" type="presOf" srcId="{C705A8CB-F0FE-4EAF-B874-417F8A82DF33}" destId="{4CEDD989-9B91-4316-9FFB-A4EA0AE86B2D}" srcOrd="0" destOrd="0" presId="urn:microsoft.com/office/officeart/2005/8/layout/cycle6"/>
    <dgm:cxn modelId="{40D28FC4-9042-4999-82F9-DB9A3996A666}" type="presOf" srcId="{C94A573D-11A1-4272-A294-CBDB42BA0E66}" destId="{8F87D24F-B567-4888-A4B5-AAD54C404871}" srcOrd="0" destOrd="0" presId="urn:microsoft.com/office/officeart/2005/8/layout/cycle6"/>
    <dgm:cxn modelId="{56F413D2-92C9-4C4C-8A81-36B764C00E91}" type="presOf" srcId="{1DCEB32E-496B-4985-A391-2284D071D177}" destId="{EC97DFD7-62C2-4926-BAC5-DFA67B4CBCA7}" srcOrd="0" destOrd="0" presId="urn:microsoft.com/office/officeart/2005/8/layout/cycle6"/>
    <dgm:cxn modelId="{5E94C2E9-13C2-4873-877F-F8E5094B8A75}" srcId="{C94A573D-11A1-4272-A294-CBDB42BA0E66}" destId="{2A0E1555-0BF1-45BE-B83C-1987EA820E36}" srcOrd="0" destOrd="0" parTransId="{13B585C4-8DB1-4B33-829D-0D747699A8F6}" sibTransId="{B33FF341-62BE-470C-AE7D-6E15322B5C27}"/>
    <dgm:cxn modelId="{4592A106-6212-4A7A-B8B7-3C12EBD51404}" type="presParOf" srcId="{8F87D24F-B567-4888-A4B5-AAD54C404871}" destId="{7E52A234-2646-4BBE-809D-9FC53BA59A4C}" srcOrd="0" destOrd="0" presId="urn:microsoft.com/office/officeart/2005/8/layout/cycle6"/>
    <dgm:cxn modelId="{21A6F0DB-4C57-43C3-8A53-CEA6E8E608E2}" type="presParOf" srcId="{8F87D24F-B567-4888-A4B5-AAD54C404871}" destId="{76647C64-3C1A-4EC6-A65A-C5E194F75C2A}" srcOrd="1" destOrd="0" presId="urn:microsoft.com/office/officeart/2005/8/layout/cycle6"/>
    <dgm:cxn modelId="{EC0D16A7-2970-40EF-AFB6-65D061455967}" type="presParOf" srcId="{8F87D24F-B567-4888-A4B5-AAD54C404871}" destId="{17FEA048-562D-435D-907C-956FFBC6A033}" srcOrd="2" destOrd="0" presId="urn:microsoft.com/office/officeart/2005/8/layout/cycle6"/>
    <dgm:cxn modelId="{8661D900-A420-43C5-AE66-FA62C6522D68}" type="presParOf" srcId="{8F87D24F-B567-4888-A4B5-AAD54C404871}" destId="{68D5B9B4-2FF9-4218-B638-7B80966635BE}" srcOrd="3" destOrd="0" presId="urn:microsoft.com/office/officeart/2005/8/layout/cycle6"/>
    <dgm:cxn modelId="{0157C7F7-B8F4-4316-AB74-B22771C0E29B}" type="presParOf" srcId="{8F87D24F-B567-4888-A4B5-AAD54C404871}" destId="{56D94F54-D6ED-4E19-B405-EB5C3F938808}" srcOrd="4" destOrd="0" presId="urn:microsoft.com/office/officeart/2005/8/layout/cycle6"/>
    <dgm:cxn modelId="{843E3C80-BFA1-4D5F-95A4-390C3C4C1976}" type="presParOf" srcId="{8F87D24F-B567-4888-A4B5-AAD54C404871}" destId="{62702FD4-C921-4AC9-8C85-BEE7721BACD8}" srcOrd="5" destOrd="0" presId="urn:microsoft.com/office/officeart/2005/8/layout/cycle6"/>
    <dgm:cxn modelId="{AC865D94-52B4-4B95-B373-8A163300CBA4}" type="presParOf" srcId="{8F87D24F-B567-4888-A4B5-AAD54C404871}" destId="{E0EF604A-567D-4A3C-A3C2-3EB8CED4BEA6}" srcOrd="6" destOrd="0" presId="urn:microsoft.com/office/officeart/2005/8/layout/cycle6"/>
    <dgm:cxn modelId="{4041E3C9-C466-4ED5-B681-47A6B376AE3A}" type="presParOf" srcId="{8F87D24F-B567-4888-A4B5-AAD54C404871}" destId="{2E59FFA2-C19D-416F-B3E1-2102A9BBFA10}" srcOrd="7" destOrd="0" presId="urn:microsoft.com/office/officeart/2005/8/layout/cycle6"/>
    <dgm:cxn modelId="{B0DBCE94-7A48-4D72-A84B-4BCD4C551F01}" type="presParOf" srcId="{8F87D24F-B567-4888-A4B5-AAD54C404871}" destId="{4CEDD989-9B91-4316-9FFB-A4EA0AE86B2D}" srcOrd="8" destOrd="0" presId="urn:microsoft.com/office/officeart/2005/8/layout/cycle6"/>
    <dgm:cxn modelId="{0525BFDF-7818-492A-8C9A-99F5F28C61DE}" type="presParOf" srcId="{8F87D24F-B567-4888-A4B5-AAD54C404871}" destId="{31408B81-343A-460C-BA4B-78370A768347}" srcOrd="9" destOrd="0" presId="urn:microsoft.com/office/officeart/2005/8/layout/cycle6"/>
    <dgm:cxn modelId="{0F28FEDE-A11D-4AA8-B563-302D94ADC08F}" type="presParOf" srcId="{8F87D24F-B567-4888-A4B5-AAD54C404871}" destId="{BE015B72-2BED-474E-947E-453C77E89A7B}" srcOrd="10" destOrd="0" presId="urn:microsoft.com/office/officeart/2005/8/layout/cycle6"/>
    <dgm:cxn modelId="{5A27C18F-CE0F-45FD-861F-1BD2CF14770E}" type="presParOf" srcId="{8F87D24F-B567-4888-A4B5-AAD54C404871}" destId="{4AA36613-28F6-4A36-A753-E0F3C1FFBE5E}" srcOrd="11" destOrd="0" presId="urn:microsoft.com/office/officeart/2005/8/layout/cycle6"/>
    <dgm:cxn modelId="{B0E20726-0A77-4550-8036-AAA70A803DB0}" type="presParOf" srcId="{8F87D24F-B567-4888-A4B5-AAD54C404871}" destId="{D7C46A62-7473-4D3F-AB92-46ECFF9C8EC3}" srcOrd="12" destOrd="0" presId="urn:microsoft.com/office/officeart/2005/8/layout/cycle6"/>
    <dgm:cxn modelId="{ECAEB8DB-A568-470B-B958-9A3900F5C472}" type="presParOf" srcId="{8F87D24F-B567-4888-A4B5-AAD54C404871}" destId="{2D6A9BD6-188A-4508-BF62-E50736C9F13B}" srcOrd="13" destOrd="0" presId="urn:microsoft.com/office/officeart/2005/8/layout/cycle6"/>
    <dgm:cxn modelId="{B60A543B-9D1B-48D8-A8E1-BD3B5440BAF4}" type="presParOf" srcId="{8F87D24F-B567-4888-A4B5-AAD54C404871}" destId="{765F7A3A-3298-464F-863C-79A90C1348BA}" srcOrd="14" destOrd="0" presId="urn:microsoft.com/office/officeart/2005/8/layout/cycle6"/>
    <dgm:cxn modelId="{4E7458DA-B750-409A-BCEF-F5A38CF208C8}" type="presParOf" srcId="{8F87D24F-B567-4888-A4B5-AAD54C404871}" destId="{EC97DFD7-62C2-4926-BAC5-DFA67B4CBCA7}" srcOrd="15" destOrd="0" presId="urn:microsoft.com/office/officeart/2005/8/layout/cycle6"/>
    <dgm:cxn modelId="{2B41ED1A-D532-4262-82F9-976C1399A4E2}" type="presParOf" srcId="{8F87D24F-B567-4888-A4B5-AAD54C404871}" destId="{09FBD8BC-33D5-467A-98DD-0D62C7FCE51A}" srcOrd="16" destOrd="0" presId="urn:microsoft.com/office/officeart/2005/8/layout/cycle6"/>
    <dgm:cxn modelId="{95734EE4-DA19-421A-9997-0F5E819447BE}" type="presParOf" srcId="{8F87D24F-B567-4888-A4B5-AAD54C404871}" destId="{8656C73A-2CAC-4204-AB52-5799FDF50636}" srcOrd="17" destOrd="0" presId="urn:microsoft.com/office/officeart/2005/8/layout/cycle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C2E4C409-278E-4B3D-BB62-EBA46D0DAC2A}" type="doc">
      <dgm:prSet loTypeId="urn:microsoft.com/office/officeart/2005/8/layout/process2" loCatId="process" qsTypeId="urn:microsoft.com/office/officeart/2005/8/quickstyle/simple4" qsCatId="simple" csTypeId="urn:microsoft.com/office/officeart/2005/8/colors/colorful1" csCatId="colorful" phldr="1"/>
      <dgm:spPr/>
      <dgm:t>
        <a:bodyPr/>
        <a:lstStyle/>
        <a:p>
          <a:endParaRPr lang="en-US"/>
        </a:p>
      </dgm:t>
    </dgm:pt>
    <dgm:pt modelId="{D093A14B-2C0F-4A8C-8429-75BFE8544F30}">
      <dgm:prSet custT="1"/>
      <dgm:spPr/>
      <dgm:t>
        <a:bodyPr/>
        <a:lstStyle/>
        <a:p>
          <a:pPr>
            <a:lnSpc>
              <a:spcPct val="150000"/>
            </a:lnSpc>
          </a:pPr>
          <a:r>
            <a:rPr lang="en-US" sz="2000" dirty="0">
              <a:latin typeface="Times New Roman" panose="02020603050405020304" pitchFamily="18" charset="0"/>
              <a:cs typeface="Times New Roman" panose="02020603050405020304" pitchFamily="18" charset="0"/>
            </a:rPr>
            <a:t>JIRA is a tool developed by Australian Company Atlassian. It is used for bug tracking, issue tracking, and project management. The name JIRA is actually  inherited from the Japanese word Gojira which means Godzilla.</a:t>
          </a:r>
        </a:p>
      </dgm:t>
    </dgm:pt>
    <dgm:pt modelId="{801EC5D9-48F0-474D-AE5D-401A40D76992}" type="parTrans" cxnId="{847A5FA7-EBD0-4829-91CB-D2508F6144F2}">
      <dgm:prSet/>
      <dgm:spPr/>
      <dgm:t>
        <a:bodyPr/>
        <a:lstStyle/>
        <a:p>
          <a:endParaRPr lang="en-US"/>
        </a:p>
      </dgm:t>
    </dgm:pt>
    <dgm:pt modelId="{19DC4812-1943-4414-8CF1-3DCD1DD13089}" type="sibTrans" cxnId="{847A5FA7-EBD0-4829-91CB-D2508F6144F2}">
      <dgm:prSet/>
      <dgm:spPr/>
      <dgm:t>
        <a:bodyPr/>
        <a:lstStyle/>
        <a:p>
          <a:endParaRPr lang="en-US"/>
        </a:p>
      </dgm:t>
    </dgm:pt>
    <dgm:pt modelId="{05A909CF-DFB4-45AC-B88E-A1D79A284B0D}">
      <dgm:prSet custT="1"/>
      <dgm:spPr/>
      <dgm:t>
        <a:bodyPr/>
        <a:lstStyle/>
        <a:p>
          <a:pPr>
            <a:lnSpc>
              <a:spcPct val="150000"/>
            </a:lnSpc>
          </a:pPr>
          <a:r>
            <a:rPr lang="en-US" sz="2000" dirty="0">
              <a:latin typeface="Times New Roman" panose="02020603050405020304" pitchFamily="18" charset="0"/>
              <a:cs typeface="Times New Roman" panose="02020603050405020304" pitchFamily="18" charset="0"/>
            </a:rPr>
            <a:t>Track issue and bugs related to your software and mobile apps. It is also used for project management. </a:t>
          </a:r>
        </a:p>
      </dgm:t>
    </dgm:pt>
    <dgm:pt modelId="{9ADA8842-3239-4A54-8A2A-C2EBA5BC35D7}" type="parTrans" cxnId="{FF814CDD-F6C8-488F-8414-F72F3DF68C7E}">
      <dgm:prSet/>
      <dgm:spPr/>
      <dgm:t>
        <a:bodyPr/>
        <a:lstStyle/>
        <a:p>
          <a:endParaRPr lang="en-US"/>
        </a:p>
      </dgm:t>
    </dgm:pt>
    <dgm:pt modelId="{D4E73457-3F93-4D04-B7FF-520553CB5620}" type="sibTrans" cxnId="{FF814CDD-F6C8-488F-8414-F72F3DF68C7E}">
      <dgm:prSet/>
      <dgm:spPr/>
      <dgm:t>
        <a:bodyPr/>
        <a:lstStyle/>
        <a:p>
          <a:endParaRPr lang="en-US"/>
        </a:p>
      </dgm:t>
    </dgm:pt>
    <dgm:pt modelId="{FED9634A-C70E-4983-9740-A340F5BE47F5}" type="pres">
      <dgm:prSet presAssocID="{C2E4C409-278E-4B3D-BB62-EBA46D0DAC2A}" presName="linearFlow" presStyleCnt="0">
        <dgm:presLayoutVars>
          <dgm:resizeHandles val="exact"/>
        </dgm:presLayoutVars>
      </dgm:prSet>
      <dgm:spPr/>
    </dgm:pt>
    <dgm:pt modelId="{ABB68AD2-9C2D-4D10-A18A-FE9A002F3CF2}" type="pres">
      <dgm:prSet presAssocID="{D093A14B-2C0F-4A8C-8429-75BFE8544F30}" presName="node" presStyleLbl="node1" presStyleIdx="0" presStyleCnt="2" custLinFactNeighborX="-907" custLinFactNeighborY="37309">
        <dgm:presLayoutVars>
          <dgm:bulletEnabled val="1"/>
        </dgm:presLayoutVars>
      </dgm:prSet>
      <dgm:spPr/>
    </dgm:pt>
    <dgm:pt modelId="{76FA297D-F2CE-4365-926C-CB97A138A16E}" type="pres">
      <dgm:prSet presAssocID="{19DC4812-1943-4414-8CF1-3DCD1DD13089}" presName="sibTrans" presStyleLbl="sibTrans2D1" presStyleIdx="0" presStyleCnt="1"/>
      <dgm:spPr/>
    </dgm:pt>
    <dgm:pt modelId="{814D658E-B08F-43FD-A6E9-F2E56E5294D7}" type="pres">
      <dgm:prSet presAssocID="{19DC4812-1943-4414-8CF1-3DCD1DD13089}" presName="connectorText" presStyleLbl="sibTrans2D1" presStyleIdx="0" presStyleCnt="1"/>
      <dgm:spPr/>
    </dgm:pt>
    <dgm:pt modelId="{AE040572-1F67-4A99-97E7-3E0ED02169FE}" type="pres">
      <dgm:prSet presAssocID="{05A909CF-DFB4-45AC-B88E-A1D79A284B0D}" presName="node" presStyleLbl="node1" presStyleIdx="1" presStyleCnt="2" custLinFactNeighborX="-509" custLinFactNeighborY="-12631">
        <dgm:presLayoutVars>
          <dgm:bulletEnabled val="1"/>
        </dgm:presLayoutVars>
      </dgm:prSet>
      <dgm:spPr/>
    </dgm:pt>
  </dgm:ptLst>
  <dgm:cxnLst>
    <dgm:cxn modelId="{C5171513-80E1-459F-A403-8F47F1ADEB2E}" type="presOf" srcId="{19DC4812-1943-4414-8CF1-3DCD1DD13089}" destId="{814D658E-B08F-43FD-A6E9-F2E56E5294D7}" srcOrd="1" destOrd="0" presId="urn:microsoft.com/office/officeart/2005/8/layout/process2"/>
    <dgm:cxn modelId="{7127EE45-D25C-4F65-A655-5FF905587C0D}" type="presOf" srcId="{19DC4812-1943-4414-8CF1-3DCD1DD13089}" destId="{76FA297D-F2CE-4365-926C-CB97A138A16E}" srcOrd="0" destOrd="0" presId="urn:microsoft.com/office/officeart/2005/8/layout/process2"/>
    <dgm:cxn modelId="{4865A78B-3717-4BB0-A464-5D795658DE77}" type="presOf" srcId="{D093A14B-2C0F-4A8C-8429-75BFE8544F30}" destId="{ABB68AD2-9C2D-4D10-A18A-FE9A002F3CF2}" srcOrd="0" destOrd="0" presId="urn:microsoft.com/office/officeart/2005/8/layout/process2"/>
    <dgm:cxn modelId="{847A5FA7-EBD0-4829-91CB-D2508F6144F2}" srcId="{C2E4C409-278E-4B3D-BB62-EBA46D0DAC2A}" destId="{D093A14B-2C0F-4A8C-8429-75BFE8544F30}" srcOrd="0" destOrd="0" parTransId="{801EC5D9-48F0-474D-AE5D-401A40D76992}" sibTransId="{19DC4812-1943-4414-8CF1-3DCD1DD13089}"/>
    <dgm:cxn modelId="{A5AC3CB6-D575-4149-B307-405EF76E0FFB}" type="presOf" srcId="{05A909CF-DFB4-45AC-B88E-A1D79A284B0D}" destId="{AE040572-1F67-4A99-97E7-3E0ED02169FE}" srcOrd="0" destOrd="0" presId="urn:microsoft.com/office/officeart/2005/8/layout/process2"/>
    <dgm:cxn modelId="{1E0BAAD6-6BD9-46E1-967B-A2CDAE7496DB}" type="presOf" srcId="{C2E4C409-278E-4B3D-BB62-EBA46D0DAC2A}" destId="{FED9634A-C70E-4983-9740-A340F5BE47F5}" srcOrd="0" destOrd="0" presId="urn:microsoft.com/office/officeart/2005/8/layout/process2"/>
    <dgm:cxn modelId="{FF814CDD-F6C8-488F-8414-F72F3DF68C7E}" srcId="{C2E4C409-278E-4B3D-BB62-EBA46D0DAC2A}" destId="{05A909CF-DFB4-45AC-B88E-A1D79A284B0D}" srcOrd="1" destOrd="0" parTransId="{9ADA8842-3239-4A54-8A2A-C2EBA5BC35D7}" sibTransId="{D4E73457-3F93-4D04-B7FF-520553CB5620}"/>
    <dgm:cxn modelId="{458FB3B7-8167-4687-9593-A79348F96CD3}" type="presParOf" srcId="{FED9634A-C70E-4983-9740-A340F5BE47F5}" destId="{ABB68AD2-9C2D-4D10-A18A-FE9A002F3CF2}" srcOrd="0" destOrd="0" presId="urn:microsoft.com/office/officeart/2005/8/layout/process2"/>
    <dgm:cxn modelId="{7CEF2408-F0E1-4061-9A18-7E0ECD2A8699}" type="presParOf" srcId="{FED9634A-C70E-4983-9740-A340F5BE47F5}" destId="{76FA297D-F2CE-4365-926C-CB97A138A16E}" srcOrd="1" destOrd="0" presId="urn:microsoft.com/office/officeart/2005/8/layout/process2"/>
    <dgm:cxn modelId="{DD9421AE-091A-4134-BB25-712ABDC97337}" type="presParOf" srcId="{76FA297D-F2CE-4365-926C-CB97A138A16E}" destId="{814D658E-B08F-43FD-A6E9-F2E56E5294D7}" srcOrd="0" destOrd="0" presId="urn:microsoft.com/office/officeart/2005/8/layout/process2"/>
    <dgm:cxn modelId="{94736E73-32F5-444E-A0D1-FC674E427E01}" type="presParOf" srcId="{FED9634A-C70E-4983-9740-A340F5BE47F5}" destId="{AE040572-1F67-4A99-97E7-3E0ED02169FE}" srcOrd="2" destOrd="0" presId="urn:microsoft.com/office/officeart/2005/8/layout/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1CE8D063-9C2E-4A4A-91B5-10833EE653D8}"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D8506AE1-E7AF-47B8-B9EF-B87230762AEE}">
      <dgm:prSet custT="1"/>
      <dgm:spPr/>
      <dgm:t>
        <a:bodyPr/>
        <a:lstStyle/>
        <a:p>
          <a:pPr>
            <a:lnSpc>
              <a:spcPct val="100000"/>
            </a:lnSpc>
          </a:pPr>
          <a:r>
            <a:rPr lang="en-US" sz="2000" dirty="0">
              <a:latin typeface="Times New Roman" panose="02020603050405020304" pitchFamily="18" charset="0"/>
              <a:cs typeface="Times New Roman" panose="02020603050405020304" pitchFamily="18" charset="0"/>
            </a:rPr>
            <a:t>Issue Tracking</a:t>
          </a:r>
        </a:p>
      </dgm:t>
    </dgm:pt>
    <dgm:pt modelId="{0822F39F-1281-4F57-9089-E2900D997D21}" type="parTrans" cxnId="{D0B49AC1-5A23-430C-AA54-8C5E885C7682}">
      <dgm:prSet/>
      <dgm:spPr/>
      <dgm:t>
        <a:bodyPr/>
        <a:lstStyle/>
        <a:p>
          <a:endParaRPr lang="en-US"/>
        </a:p>
      </dgm:t>
    </dgm:pt>
    <dgm:pt modelId="{44B3C470-4E82-4FF6-A132-EC71C7E248E1}" type="sibTrans" cxnId="{D0B49AC1-5A23-430C-AA54-8C5E885C7682}">
      <dgm:prSet/>
      <dgm:spPr/>
      <dgm:t>
        <a:bodyPr/>
        <a:lstStyle/>
        <a:p>
          <a:endParaRPr lang="en-US"/>
        </a:p>
      </dgm:t>
    </dgm:pt>
    <dgm:pt modelId="{3F902DF1-69C4-4DF5-965D-B4FF74B0F0C4}">
      <dgm:prSet custT="1"/>
      <dgm:spPr/>
      <dgm:t>
        <a:bodyPr/>
        <a:lstStyle/>
        <a:p>
          <a:pPr>
            <a:lnSpc>
              <a:spcPct val="100000"/>
            </a:lnSpc>
          </a:pPr>
          <a:r>
            <a:rPr lang="en-US" sz="2000" dirty="0">
              <a:latin typeface="Times New Roman" panose="02020603050405020304" pitchFamily="18" charset="0"/>
              <a:cs typeface="Times New Roman" panose="02020603050405020304" pitchFamily="18" charset="0"/>
            </a:rPr>
            <a:t>Agile Project Management</a:t>
          </a:r>
        </a:p>
      </dgm:t>
    </dgm:pt>
    <dgm:pt modelId="{DA43278D-C759-440E-8127-74D43AA57708}" type="parTrans" cxnId="{254CF0D7-B4DA-467D-B3FE-9393B6118BE0}">
      <dgm:prSet/>
      <dgm:spPr/>
      <dgm:t>
        <a:bodyPr/>
        <a:lstStyle/>
        <a:p>
          <a:endParaRPr lang="en-US"/>
        </a:p>
      </dgm:t>
    </dgm:pt>
    <dgm:pt modelId="{6239E07E-379D-45C6-8C4A-CB52979B64B7}" type="sibTrans" cxnId="{254CF0D7-B4DA-467D-B3FE-9393B6118BE0}">
      <dgm:prSet/>
      <dgm:spPr/>
      <dgm:t>
        <a:bodyPr/>
        <a:lstStyle/>
        <a:p>
          <a:endParaRPr lang="en-US"/>
        </a:p>
      </dgm:t>
    </dgm:pt>
    <dgm:pt modelId="{26757095-CC8F-47EE-8428-4639FFF96C9B}">
      <dgm:prSet custT="1"/>
      <dgm:spPr/>
      <dgm:t>
        <a:bodyPr/>
        <a:lstStyle/>
        <a:p>
          <a:pPr>
            <a:lnSpc>
              <a:spcPct val="100000"/>
            </a:lnSpc>
          </a:pPr>
          <a:r>
            <a:rPr lang="en-US" sz="2000" dirty="0">
              <a:latin typeface="Times New Roman" panose="02020603050405020304" pitchFamily="18" charset="0"/>
              <a:cs typeface="Times New Roman" panose="02020603050405020304" pitchFamily="18" charset="0"/>
            </a:rPr>
            <a:t>Workflow Management</a:t>
          </a:r>
        </a:p>
      </dgm:t>
    </dgm:pt>
    <dgm:pt modelId="{58670738-0A89-45E9-8B26-49EBFA5B3890}" type="parTrans" cxnId="{78D6055A-ECE2-4A08-B65A-FE4C35B90B94}">
      <dgm:prSet/>
      <dgm:spPr/>
      <dgm:t>
        <a:bodyPr/>
        <a:lstStyle/>
        <a:p>
          <a:endParaRPr lang="en-US"/>
        </a:p>
      </dgm:t>
    </dgm:pt>
    <dgm:pt modelId="{5F2CC42D-AD44-4461-AEB6-97AA34418A1E}" type="sibTrans" cxnId="{78D6055A-ECE2-4A08-B65A-FE4C35B90B94}">
      <dgm:prSet/>
      <dgm:spPr/>
      <dgm:t>
        <a:bodyPr/>
        <a:lstStyle/>
        <a:p>
          <a:endParaRPr lang="en-US"/>
        </a:p>
      </dgm:t>
    </dgm:pt>
    <dgm:pt modelId="{40FA6C75-D571-4E5E-9A3D-60E648405135}">
      <dgm:prSet custT="1"/>
      <dgm:spPr/>
      <dgm:t>
        <a:bodyPr/>
        <a:lstStyle/>
        <a:p>
          <a:pPr>
            <a:lnSpc>
              <a:spcPct val="100000"/>
            </a:lnSpc>
          </a:pPr>
          <a:r>
            <a:rPr lang="en-US" sz="2000" dirty="0">
              <a:latin typeface="Times New Roman" panose="02020603050405020304" pitchFamily="18" charset="0"/>
              <a:cs typeface="Times New Roman" panose="02020603050405020304" pitchFamily="18" charset="0"/>
            </a:rPr>
            <a:t>Collaboration and Communication</a:t>
          </a:r>
        </a:p>
      </dgm:t>
    </dgm:pt>
    <dgm:pt modelId="{7B3B9FBE-FBBB-4CE0-832C-E92BEE063041}" type="parTrans" cxnId="{A41CF972-ABEB-43F7-A106-C2AF08F4A470}">
      <dgm:prSet/>
      <dgm:spPr/>
      <dgm:t>
        <a:bodyPr/>
        <a:lstStyle/>
        <a:p>
          <a:endParaRPr lang="en-US"/>
        </a:p>
      </dgm:t>
    </dgm:pt>
    <dgm:pt modelId="{335A3A49-D65B-49E7-943E-9166BC9EE436}" type="sibTrans" cxnId="{A41CF972-ABEB-43F7-A106-C2AF08F4A470}">
      <dgm:prSet/>
      <dgm:spPr/>
      <dgm:t>
        <a:bodyPr/>
        <a:lstStyle/>
        <a:p>
          <a:endParaRPr lang="en-US"/>
        </a:p>
      </dgm:t>
    </dgm:pt>
    <dgm:pt modelId="{6C9ACA35-8F61-45D0-9674-09840F918F0B}">
      <dgm:prSet custT="1"/>
      <dgm:spPr/>
      <dgm:t>
        <a:bodyPr/>
        <a:lstStyle/>
        <a:p>
          <a:pPr>
            <a:lnSpc>
              <a:spcPct val="100000"/>
            </a:lnSpc>
          </a:pPr>
          <a:r>
            <a:rPr lang="en-US" sz="2000" dirty="0">
              <a:latin typeface="Times New Roman" panose="02020603050405020304" pitchFamily="18" charset="0"/>
              <a:cs typeface="Times New Roman" panose="02020603050405020304" pitchFamily="18" charset="0"/>
            </a:rPr>
            <a:t>Reporting and Analytics</a:t>
          </a:r>
        </a:p>
      </dgm:t>
    </dgm:pt>
    <dgm:pt modelId="{9EFDD7FA-7EB6-4125-A079-611C0454A75B}" type="parTrans" cxnId="{19680DC1-7653-4ABD-947B-5A51547DDFB7}">
      <dgm:prSet/>
      <dgm:spPr/>
      <dgm:t>
        <a:bodyPr/>
        <a:lstStyle/>
        <a:p>
          <a:endParaRPr lang="en-US"/>
        </a:p>
      </dgm:t>
    </dgm:pt>
    <dgm:pt modelId="{A9011729-25DD-4ACB-B1F5-C5330930BCC3}" type="sibTrans" cxnId="{19680DC1-7653-4ABD-947B-5A51547DDFB7}">
      <dgm:prSet/>
      <dgm:spPr/>
      <dgm:t>
        <a:bodyPr/>
        <a:lstStyle/>
        <a:p>
          <a:endParaRPr lang="en-US"/>
        </a:p>
      </dgm:t>
    </dgm:pt>
    <dgm:pt modelId="{616B51FC-3633-4C36-905B-A3C247742D43}">
      <dgm:prSet custT="1"/>
      <dgm:spPr/>
      <dgm:t>
        <a:bodyPr/>
        <a:lstStyle/>
        <a:p>
          <a:pPr>
            <a:lnSpc>
              <a:spcPct val="100000"/>
            </a:lnSpc>
          </a:pPr>
          <a:r>
            <a:rPr lang="en-US" sz="2000" dirty="0">
              <a:latin typeface="Times New Roman" panose="02020603050405020304" pitchFamily="18" charset="0"/>
              <a:cs typeface="Times New Roman" panose="02020603050405020304" pitchFamily="18" charset="0"/>
            </a:rPr>
            <a:t>Field Configuration</a:t>
          </a:r>
        </a:p>
      </dgm:t>
    </dgm:pt>
    <dgm:pt modelId="{F790CFB4-8164-4C83-BFB0-ED5542CC8F3C}" type="parTrans" cxnId="{7C7CA431-39D7-4C82-9C13-464C8F74042B}">
      <dgm:prSet/>
      <dgm:spPr/>
      <dgm:t>
        <a:bodyPr/>
        <a:lstStyle/>
        <a:p>
          <a:endParaRPr lang="en-US"/>
        </a:p>
      </dgm:t>
    </dgm:pt>
    <dgm:pt modelId="{61D293BC-9D3C-4EFF-BC01-AD35011F9AFE}" type="sibTrans" cxnId="{7C7CA431-39D7-4C82-9C13-464C8F74042B}">
      <dgm:prSet/>
      <dgm:spPr/>
      <dgm:t>
        <a:bodyPr/>
        <a:lstStyle/>
        <a:p>
          <a:endParaRPr lang="en-US"/>
        </a:p>
      </dgm:t>
    </dgm:pt>
    <dgm:pt modelId="{611B1184-6072-43B9-9A34-0401180A54E5}">
      <dgm:prSet custT="1"/>
      <dgm:spPr/>
      <dgm:t>
        <a:bodyPr/>
        <a:lstStyle/>
        <a:p>
          <a:pPr>
            <a:lnSpc>
              <a:spcPct val="100000"/>
            </a:lnSpc>
          </a:pPr>
          <a:r>
            <a:rPr lang="en-US" sz="2000" dirty="0">
              <a:latin typeface="Times New Roman" panose="02020603050405020304" pitchFamily="18" charset="0"/>
              <a:cs typeface="Times New Roman" panose="02020603050405020304" pitchFamily="18" charset="0"/>
            </a:rPr>
            <a:t>Notifications</a:t>
          </a:r>
        </a:p>
      </dgm:t>
    </dgm:pt>
    <dgm:pt modelId="{51E735FA-A672-462B-8588-BE76EE67F5DD}" type="parTrans" cxnId="{7AEE52D3-AD2F-47A4-AFD4-87236CC00D68}">
      <dgm:prSet/>
      <dgm:spPr/>
      <dgm:t>
        <a:bodyPr/>
        <a:lstStyle/>
        <a:p>
          <a:endParaRPr lang="en-US"/>
        </a:p>
      </dgm:t>
    </dgm:pt>
    <dgm:pt modelId="{041D27A0-6D82-4400-A1B6-C035308168F4}" type="sibTrans" cxnId="{7AEE52D3-AD2F-47A4-AFD4-87236CC00D68}">
      <dgm:prSet/>
      <dgm:spPr/>
      <dgm:t>
        <a:bodyPr/>
        <a:lstStyle/>
        <a:p>
          <a:endParaRPr lang="en-US"/>
        </a:p>
      </dgm:t>
    </dgm:pt>
    <dgm:pt modelId="{655C6CE5-1B5F-4C78-B760-A4CF74338D7C}">
      <dgm:prSet custT="1"/>
      <dgm:spPr/>
      <dgm:t>
        <a:bodyPr/>
        <a:lstStyle/>
        <a:p>
          <a:pPr>
            <a:lnSpc>
              <a:spcPct val="100000"/>
            </a:lnSpc>
          </a:pPr>
          <a:r>
            <a:rPr lang="en-US" sz="2000" dirty="0">
              <a:latin typeface="Times New Roman" panose="02020603050405020304" pitchFamily="18" charset="0"/>
              <a:cs typeface="Times New Roman" panose="02020603050405020304" pitchFamily="18" charset="0"/>
            </a:rPr>
            <a:t>Permissions Stories Tracking</a:t>
          </a:r>
        </a:p>
      </dgm:t>
    </dgm:pt>
    <dgm:pt modelId="{16DC45F8-BC04-4DF3-B355-4DA4DF1E0BB1}" type="parTrans" cxnId="{3FDA3822-EE45-4945-AF76-B605404AE691}">
      <dgm:prSet/>
      <dgm:spPr/>
      <dgm:t>
        <a:bodyPr/>
        <a:lstStyle/>
        <a:p>
          <a:endParaRPr lang="en-US"/>
        </a:p>
      </dgm:t>
    </dgm:pt>
    <dgm:pt modelId="{2E2275EB-F144-4DEB-A6B3-ED7B7F1E3C11}" type="sibTrans" cxnId="{3FDA3822-EE45-4945-AF76-B605404AE691}">
      <dgm:prSet/>
      <dgm:spPr/>
      <dgm:t>
        <a:bodyPr/>
        <a:lstStyle/>
        <a:p>
          <a:endParaRPr lang="en-US"/>
        </a:p>
      </dgm:t>
    </dgm:pt>
    <dgm:pt modelId="{908FB740-A317-4694-84F8-44A018BB37C5}" type="pres">
      <dgm:prSet presAssocID="{1CE8D063-9C2E-4A4A-91B5-10833EE653D8}" presName="root" presStyleCnt="0">
        <dgm:presLayoutVars>
          <dgm:dir/>
          <dgm:resizeHandles val="exact"/>
        </dgm:presLayoutVars>
      </dgm:prSet>
      <dgm:spPr/>
    </dgm:pt>
    <dgm:pt modelId="{3BB9A444-3C3C-46FA-BABB-BB5C2BCF171E}" type="pres">
      <dgm:prSet presAssocID="{D8506AE1-E7AF-47B8-B9EF-B87230762AEE}" presName="compNode" presStyleCnt="0"/>
      <dgm:spPr/>
    </dgm:pt>
    <dgm:pt modelId="{A6E79CE6-C410-4210-8132-2E7A91AD9A09}" type="pres">
      <dgm:prSet presAssocID="{D8506AE1-E7AF-47B8-B9EF-B87230762AEE}" presName="bgRect" presStyleLbl="bgShp" presStyleIdx="0" presStyleCnt="8"/>
      <dgm:spPr/>
    </dgm:pt>
    <dgm:pt modelId="{93EF3B8C-3D22-4406-8FB8-1F16D70B4AF4}" type="pres">
      <dgm:prSet presAssocID="{D8506AE1-E7AF-47B8-B9EF-B87230762AEE}" presName="iconRect" presStyleLbl="node1" presStyleIdx="0" presStyleCnt="8"/>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Warning"/>
        </a:ext>
      </dgm:extLst>
    </dgm:pt>
    <dgm:pt modelId="{2A9C9696-9FB9-4B7E-86FA-6266A87FC465}" type="pres">
      <dgm:prSet presAssocID="{D8506AE1-E7AF-47B8-B9EF-B87230762AEE}" presName="spaceRect" presStyleCnt="0"/>
      <dgm:spPr/>
    </dgm:pt>
    <dgm:pt modelId="{7AB5775E-709D-4D2A-A5CC-8B646E54F4C6}" type="pres">
      <dgm:prSet presAssocID="{D8506AE1-E7AF-47B8-B9EF-B87230762AEE}" presName="parTx" presStyleLbl="revTx" presStyleIdx="0" presStyleCnt="8">
        <dgm:presLayoutVars>
          <dgm:chMax val="0"/>
          <dgm:chPref val="0"/>
        </dgm:presLayoutVars>
      </dgm:prSet>
      <dgm:spPr/>
    </dgm:pt>
    <dgm:pt modelId="{2F0EBAD5-87E1-4B0A-B84B-99FA855DA355}" type="pres">
      <dgm:prSet presAssocID="{44B3C470-4E82-4FF6-A132-EC71C7E248E1}" presName="sibTrans" presStyleCnt="0"/>
      <dgm:spPr/>
    </dgm:pt>
    <dgm:pt modelId="{B0763CF2-DB44-4C36-A826-D9E1AC0931A0}" type="pres">
      <dgm:prSet presAssocID="{3F902DF1-69C4-4DF5-965D-B4FF74B0F0C4}" presName="compNode" presStyleCnt="0"/>
      <dgm:spPr/>
    </dgm:pt>
    <dgm:pt modelId="{7115AD8B-47E8-4136-AC94-6490FFB1057E}" type="pres">
      <dgm:prSet presAssocID="{3F902DF1-69C4-4DF5-965D-B4FF74B0F0C4}" presName="bgRect" presStyleLbl="bgShp" presStyleIdx="1" presStyleCnt="8"/>
      <dgm:spPr/>
    </dgm:pt>
    <dgm:pt modelId="{117A9103-4221-4509-8642-F3C97436963F}" type="pres">
      <dgm:prSet presAssocID="{3F902DF1-69C4-4DF5-965D-B4FF74B0F0C4}" presName="iconRect" presStyleLbl="node1" presStyleIdx="1" presStyleCnt="8"/>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Users"/>
        </a:ext>
      </dgm:extLst>
    </dgm:pt>
    <dgm:pt modelId="{5616254B-14BD-46D2-A4D4-3B1253F270E2}" type="pres">
      <dgm:prSet presAssocID="{3F902DF1-69C4-4DF5-965D-B4FF74B0F0C4}" presName="spaceRect" presStyleCnt="0"/>
      <dgm:spPr/>
    </dgm:pt>
    <dgm:pt modelId="{52D00C5C-379C-4FAC-8836-F12D65F3ACA8}" type="pres">
      <dgm:prSet presAssocID="{3F902DF1-69C4-4DF5-965D-B4FF74B0F0C4}" presName="parTx" presStyleLbl="revTx" presStyleIdx="1" presStyleCnt="8">
        <dgm:presLayoutVars>
          <dgm:chMax val="0"/>
          <dgm:chPref val="0"/>
        </dgm:presLayoutVars>
      </dgm:prSet>
      <dgm:spPr/>
    </dgm:pt>
    <dgm:pt modelId="{29C1F719-7327-43D8-9C41-91FC8BA8DECF}" type="pres">
      <dgm:prSet presAssocID="{6239E07E-379D-45C6-8C4A-CB52979B64B7}" presName="sibTrans" presStyleCnt="0"/>
      <dgm:spPr/>
    </dgm:pt>
    <dgm:pt modelId="{26D993D5-F591-4FCF-AAC4-6290143D0BCB}" type="pres">
      <dgm:prSet presAssocID="{26757095-CC8F-47EE-8428-4639FFF96C9B}" presName="compNode" presStyleCnt="0"/>
      <dgm:spPr/>
    </dgm:pt>
    <dgm:pt modelId="{0BC7CC28-8F7C-4773-AB52-ED4D29D1FE8D}" type="pres">
      <dgm:prSet presAssocID="{26757095-CC8F-47EE-8428-4639FFF96C9B}" presName="bgRect" presStyleLbl="bgShp" presStyleIdx="2" presStyleCnt="8"/>
      <dgm:spPr/>
    </dgm:pt>
    <dgm:pt modelId="{6DAD92C4-6363-4491-8738-77B58B6E8462}" type="pres">
      <dgm:prSet presAssocID="{26757095-CC8F-47EE-8428-4639FFF96C9B}" presName="iconRect" presStyleLbl="node1" presStyleIdx="2" presStyleCnt="8"/>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Gears"/>
        </a:ext>
      </dgm:extLst>
    </dgm:pt>
    <dgm:pt modelId="{387E959D-6D07-4C1E-914F-9B6771B6DB27}" type="pres">
      <dgm:prSet presAssocID="{26757095-CC8F-47EE-8428-4639FFF96C9B}" presName="spaceRect" presStyleCnt="0"/>
      <dgm:spPr/>
    </dgm:pt>
    <dgm:pt modelId="{B3CF9015-C639-4167-9229-FF19BEDCD591}" type="pres">
      <dgm:prSet presAssocID="{26757095-CC8F-47EE-8428-4639FFF96C9B}" presName="parTx" presStyleLbl="revTx" presStyleIdx="2" presStyleCnt="8">
        <dgm:presLayoutVars>
          <dgm:chMax val="0"/>
          <dgm:chPref val="0"/>
        </dgm:presLayoutVars>
      </dgm:prSet>
      <dgm:spPr/>
    </dgm:pt>
    <dgm:pt modelId="{AFFCBE25-B2DB-4219-852A-21058787764D}" type="pres">
      <dgm:prSet presAssocID="{5F2CC42D-AD44-4461-AEB6-97AA34418A1E}" presName="sibTrans" presStyleCnt="0"/>
      <dgm:spPr/>
    </dgm:pt>
    <dgm:pt modelId="{0B0CEE41-C12F-4F59-A272-578A6EA301FC}" type="pres">
      <dgm:prSet presAssocID="{40FA6C75-D571-4E5E-9A3D-60E648405135}" presName="compNode" presStyleCnt="0"/>
      <dgm:spPr/>
    </dgm:pt>
    <dgm:pt modelId="{A1CD9A29-C577-40CA-B1DB-6BB8C3D1EFDE}" type="pres">
      <dgm:prSet presAssocID="{40FA6C75-D571-4E5E-9A3D-60E648405135}" presName="bgRect" presStyleLbl="bgShp" presStyleIdx="3" presStyleCnt="8"/>
      <dgm:spPr/>
    </dgm:pt>
    <dgm:pt modelId="{BF1C56A2-A525-4C5C-B4AB-19EB3E9B3F2E}" type="pres">
      <dgm:prSet presAssocID="{40FA6C75-D571-4E5E-9A3D-60E648405135}" presName="iconRect" presStyleLbl="node1" presStyleIdx="3" presStyleCnt="8"/>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hat"/>
        </a:ext>
      </dgm:extLst>
    </dgm:pt>
    <dgm:pt modelId="{8ED611EF-89E3-4FDB-AF26-6C08B8657E71}" type="pres">
      <dgm:prSet presAssocID="{40FA6C75-D571-4E5E-9A3D-60E648405135}" presName="spaceRect" presStyleCnt="0"/>
      <dgm:spPr/>
    </dgm:pt>
    <dgm:pt modelId="{7A14BBEF-E11F-4DC9-B64C-613844B9EEEA}" type="pres">
      <dgm:prSet presAssocID="{40FA6C75-D571-4E5E-9A3D-60E648405135}" presName="parTx" presStyleLbl="revTx" presStyleIdx="3" presStyleCnt="8">
        <dgm:presLayoutVars>
          <dgm:chMax val="0"/>
          <dgm:chPref val="0"/>
        </dgm:presLayoutVars>
      </dgm:prSet>
      <dgm:spPr/>
    </dgm:pt>
    <dgm:pt modelId="{1404CEAE-FFF2-4037-B0E8-450CC64D2676}" type="pres">
      <dgm:prSet presAssocID="{335A3A49-D65B-49E7-943E-9166BC9EE436}" presName="sibTrans" presStyleCnt="0"/>
      <dgm:spPr/>
    </dgm:pt>
    <dgm:pt modelId="{0592F61B-195B-45AF-8336-0F37356AC2E8}" type="pres">
      <dgm:prSet presAssocID="{6C9ACA35-8F61-45D0-9674-09840F918F0B}" presName="compNode" presStyleCnt="0"/>
      <dgm:spPr/>
    </dgm:pt>
    <dgm:pt modelId="{E1C05E6F-876B-4B9B-BE1E-9967CE6A2728}" type="pres">
      <dgm:prSet presAssocID="{6C9ACA35-8F61-45D0-9674-09840F918F0B}" presName="bgRect" presStyleLbl="bgShp" presStyleIdx="4" presStyleCnt="8"/>
      <dgm:spPr/>
    </dgm:pt>
    <dgm:pt modelId="{30B2E0F8-C728-4F46-90A6-F078DC935952}" type="pres">
      <dgm:prSet presAssocID="{6C9ACA35-8F61-45D0-9674-09840F918F0B}" presName="iconRect" presStyleLbl="node1" presStyleIdx="4" presStyleCnt="8"/>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Bar chart"/>
        </a:ext>
      </dgm:extLst>
    </dgm:pt>
    <dgm:pt modelId="{A3ED4F56-0664-41A3-8913-0D1153033C21}" type="pres">
      <dgm:prSet presAssocID="{6C9ACA35-8F61-45D0-9674-09840F918F0B}" presName="spaceRect" presStyleCnt="0"/>
      <dgm:spPr/>
    </dgm:pt>
    <dgm:pt modelId="{0F52BADE-77C9-450E-BB8F-3C223DB0CED8}" type="pres">
      <dgm:prSet presAssocID="{6C9ACA35-8F61-45D0-9674-09840F918F0B}" presName="parTx" presStyleLbl="revTx" presStyleIdx="4" presStyleCnt="8">
        <dgm:presLayoutVars>
          <dgm:chMax val="0"/>
          <dgm:chPref val="0"/>
        </dgm:presLayoutVars>
      </dgm:prSet>
      <dgm:spPr/>
    </dgm:pt>
    <dgm:pt modelId="{CDA25CE5-76FC-4470-A163-8C1EEBF41A8B}" type="pres">
      <dgm:prSet presAssocID="{A9011729-25DD-4ACB-B1F5-C5330930BCC3}" presName="sibTrans" presStyleCnt="0"/>
      <dgm:spPr/>
    </dgm:pt>
    <dgm:pt modelId="{65C7327E-02BD-47D7-A896-F3030D088AC2}" type="pres">
      <dgm:prSet presAssocID="{616B51FC-3633-4C36-905B-A3C247742D43}" presName="compNode" presStyleCnt="0"/>
      <dgm:spPr/>
    </dgm:pt>
    <dgm:pt modelId="{BA98947F-6EA1-479F-A39D-848181A3C84C}" type="pres">
      <dgm:prSet presAssocID="{616B51FC-3633-4C36-905B-A3C247742D43}" presName="bgRect" presStyleLbl="bgShp" presStyleIdx="5" presStyleCnt="8"/>
      <dgm:spPr/>
    </dgm:pt>
    <dgm:pt modelId="{6BF7925F-183A-4DCB-84CC-B22431EA7652}" type="pres">
      <dgm:prSet presAssocID="{616B51FC-3633-4C36-905B-A3C247742D43}" presName="iconRect" presStyleLbl="node1" presStyleIdx="5" presStyleCnt="8"/>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Checkmark"/>
        </a:ext>
      </dgm:extLst>
    </dgm:pt>
    <dgm:pt modelId="{BDCDE216-0F50-4ED2-B56E-7C5B4591C044}" type="pres">
      <dgm:prSet presAssocID="{616B51FC-3633-4C36-905B-A3C247742D43}" presName="spaceRect" presStyleCnt="0"/>
      <dgm:spPr/>
    </dgm:pt>
    <dgm:pt modelId="{9F80E635-B48C-4651-9412-7AEED1446142}" type="pres">
      <dgm:prSet presAssocID="{616B51FC-3633-4C36-905B-A3C247742D43}" presName="parTx" presStyleLbl="revTx" presStyleIdx="5" presStyleCnt="8">
        <dgm:presLayoutVars>
          <dgm:chMax val="0"/>
          <dgm:chPref val="0"/>
        </dgm:presLayoutVars>
      </dgm:prSet>
      <dgm:spPr/>
    </dgm:pt>
    <dgm:pt modelId="{E2C8BAE0-4046-44B0-8205-D3106C8CEEF6}" type="pres">
      <dgm:prSet presAssocID="{61D293BC-9D3C-4EFF-BC01-AD35011F9AFE}" presName="sibTrans" presStyleCnt="0"/>
      <dgm:spPr/>
    </dgm:pt>
    <dgm:pt modelId="{11392E99-FC0D-4D0B-97E2-CC73C8C61378}" type="pres">
      <dgm:prSet presAssocID="{611B1184-6072-43B9-9A34-0401180A54E5}" presName="compNode" presStyleCnt="0"/>
      <dgm:spPr/>
    </dgm:pt>
    <dgm:pt modelId="{C9833335-1E22-40AF-A7FB-DA5D702EB8B4}" type="pres">
      <dgm:prSet presAssocID="{611B1184-6072-43B9-9A34-0401180A54E5}" presName="bgRect" presStyleLbl="bgShp" presStyleIdx="6" presStyleCnt="8"/>
      <dgm:spPr/>
    </dgm:pt>
    <dgm:pt modelId="{F6DE1AC9-AC25-4CF1-80B1-6A8AC385845C}" type="pres">
      <dgm:prSet presAssocID="{611B1184-6072-43B9-9A34-0401180A54E5}" presName="iconRect" presStyleLbl="node1" presStyleIdx="6" presStyleCnt="8"/>
      <dgm:spPr>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a:noFill/>
        </a:ln>
      </dgm:spPr>
      <dgm:extLst>
        <a:ext uri="{E40237B7-FDA0-4F09-8148-C483321AD2D9}">
          <dgm14:cNvPr xmlns:dgm14="http://schemas.microsoft.com/office/drawing/2010/diagram" id="0" name="" descr="Bell"/>
        </a:ext>
      </dgm:extLst>
    </dgm:pt>
    <dgm:pt modelId="{48379E70-EE36-40CE-8C28-AA9CC6066284}" type="pres">
      <dgm:prSet presAssocID="{611B1184-6072-43B9-9A34-0401180A54E5}" presName="spaceRect" presStyleCnt="0"/>
      <dgm:spPr/>
    </dgm:pt>
    <dgm:pt modelId="{04333D55-9383-48BA-9AC8-A907A69D6C29}" type="pres">
      <dgm:prSet presAssocID="{611B1184-6072-43B9-9A34-0401180A54E5}" presName="parTx" presStyleLbl="revTx" presStyleIdx="6" presStyleCnt="8">
        <dgm:presLayoutVars>
          <dgm:chMax val="0"/>
          <dgm:chPref val="0"/>
        </dgm:presLayoutVars>
      </dgm:prSet>
      <dgm:spPr/>
    </dgm:pt>
    <dgm:pt modelId="{F5520623-0E64-49CC-8E43-B6B5C39E8A43}" type="pres">
      <dgm:prSet presAssocID="{041D27A0-6D82-4400-A1B6-C035308168F4}" presName="sibTrans" presStyleCnt="0"/>
      <dgm:spPr/>
    </dgm:pt>
    <dgm:pt modelId="{BD74630D-5614-4E44-B5F2-4A5C279C6303}" type="pres">
      <dgm:prSet presAssocID="{655C6CE5-1B5F-4C78-B760-A4CF74338D7C}" presName="compNode" presStyleCnt="0"/>
      <dgm:spPr/>
    </dgm:pt>
    <dgm:pt modelId="{05FB8D14-38F1-44EA-98F4-EF1BD62704D7}" type="pres">
      <dgm:prSet presAssocID="{655C6CE5-1B5F-4C78-B760-A4CF74338D7C}" presName="bgRect" presStyleLbl="bgShp" presStyleIdx="7" presStyleCnt="8"/>
      <dgm:spPr/>
    </dgm:pt>
    <dgm:pt modelId="{2C774907-06D8-4C31-962E-2CD203128300}" type="pres">
      <dgm:prSet presAssocID="{655C6CE5-1B5F-4C78-B760-A4CF74338D7C}" presName="iconRect" presStyleLbl="node1" presStyleIdx="7" presStyleCnt="8"/>
      <dgm:spPr>
        <a:blipFill>
          <a:blip xmlns:r="http://schemas.openxmlformats.org/officeDocument/2006/relationships"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a:blipFill>
        <a:ln>
          <a:noFill/>
        </a:ln>
      </dgm:spPr>
      <dgm:extLst>
        <a:ext uri="{E40237B7-FDA0-4F09-8148-C483321AD2D9}">
          <dgm14:cNvPr xmlns:dgm14="http://schemas.microsoft.com/office/drawing/2010/diagram" id="0" name="" descr="User"/>
        </a:ext>
      </dgm:extLst>
    </dgm:pt>
    <dgm:pt modelId="{B17B9657-E709-4F9A-A9AA-A7EE3F5ECC66}" type="pres">
      <dgm:prSet presAssocID="{655C6CE5-1B5F-4C78-B760-A4CF74338D7C}" presName="spaceRect" presStyleCnt="0"/>
      <dgm:spPr/>
    </dgm:pt>
    <dgm:pt modelId="{D4261BDF-FE10-459B-9CB3-7E9F5BEEA131}" type="pres">
      <dgm:prSet presAssocID="{655C6CE5-1B5F-4C78-B760-A4CF74338D7C}" presName="parTx" presStyleLbl="revTx" presStyleIdx="7" presStyleCnt="8">
        <dgm:presLayoutVars>
          <dgm:chMax val="0"/>
          <dgm:chPref val="0"/>
        </dgm:presLayoutVars>
      </dgm:prSet>
      <dgm:spPr/>
    </dgm:pt>
  </dgm:ptLst>
  <dgm:cxnLst>
    <dgm:cxn modelId="{3FDA3822-EE45-4945-AF76-B605404AE691}" srcId="{1CE8D063-9C2E-4A4A-91B5-10833EE653D8}" destId="{655C6CE5-1B5F-4C78-B760-A4CF74338D7C}" srcOrd="7" destOrd="0" parTransId="{16DC45F8-BC04-4DF3-B355-4DA4DF1E0BB1}" sibTransId="{2E2275EB-F144-4DEB-A6B3-ED7B7F1E3C11}"/>
    <dgm:cxn modelId="{7C7CA431-39D7-4C82-9C13-464C8F74042B}" srcId="{1CE8D063-9C2E-4A4A-91B5-10833EE653D8}" destId="{616B51FC-3633-4C36-905B-A3C247742D43}" srcOrd="5" destOrd="0" parTransId="{F790CFB4-8164-4C83-BFB0-ED5542CC8F3C}" sibTransId="{61D293BC-9D3C-4EFF-BC01-AD35011F9AFE}"/>
    <dgm:cxn modelId="{B9AF625C-581B-4138-8819-8133FCD9C188}" type="presOf" srcId="{1CE8D063-9C2E-4A4A-91B5-10833EE653D8}" destId="{908FB740-A317-4694-84F8-44A018BB37C5}" srcOrd="0" destOrd="0" presId="urn:microsoft.com/office/officeart/2018/2/layout/IconVerticalSolidList"/>
    <dgm:cxn modelId="{A41CF972-ABEB-43F7-A106-C2AF08F4A470}" srcId="{1CE8D063-9C2E-4A4A-91B5-10833EE653D8}" destId="{40FA6C75-D571-4E5E-9A3D-60E648405135}" srcOrd="3" destOrd="0" parTransId="{7B3B9FBE-FBBB-4CE0-832C-E92BEE063041}" sibTransId="{335A3A49-D65B-49E7-943E-9166BC9EE436}"/>
    <dgm:cxn modelId="{78D6055A-ECE2-4A08-B65A-FE4C35B90B94}" srcId="{1CE8D063-9C2E-4A4A-91B5-10833EE653D8}" destId="{26757095-CC8F-47EE-8428-4639FFF96C9B}" srcOrd="2" destOrd="0" parTransId="{58670738-0A89-45E9-8B26-49EBFA5B3890}" sibTransId="{5F2CC42D-AD44-4461-AEB6-97AA34418A1E}"/>
    <dgm:cxn modelId="{CF8F2296-B272-404F-B2F1-7B56705C8017}" type="presOf" srcId="{6C9ACA35-8F61-45D0-9674-09840F918F0B}" destId="{0F52BADE-77C9-450E-BB8F-3C223DB0CED8}" srcOrd="0" destOrd="0" presId="urn:microsoft.com/office/officeart/2018/2/layout/IconVerticalSolidList"/>
    <dgm:cxn modelId="{88F1D6B8-AE56-4526-97CE-538D760FA2B9}" type="presOf" srcId="{D8506AE1-E7AF-47B8-B9EF-B87230762AEE}" destId="{7AB5775E-709D-4D2A-A5CC-8B646E54F4C6}" srcOrd="0" destOrd="0" presId="urn:microsoft.com/office/officeart/2018/2/layout/IconVerticalSolidList"/>
    <dgm:cxn modelId="{19680DC1-7653-4ABD-947B-5A51547DDFB7}" srcId="{1CE8D063-9C2E-4A4A-91B5-10833EE653D8}" destId="{6C9ACA35-8F61-45D0-9674-09840F918F0B}" srcOrd="4" destOrd="0" parTransId="{9EFDD7FA-7EB6-4125-A079-611C0454A75B}" sibTransId="{A9011729-25DD-4ACB-B1F5-C5330930BCC3}"/>
    <dgm:cxn modelId="{D0B49AC1-5A23-430C-AA54-8C5E885C7682}" srcId="{1CE8D063-9C2E-4A4A-91B5-10833EE653D8}" destId="{D8506AE1-E7AF-47B8-B9EF-B87230762AEE}" srcOrd="0" destOrd="0" parTransId="{0822F39F-1281-4F57-9089-E2900D997D21}" sibTransId="{44B3C470-4E82-4FF6-A132-EC71C7E248E1}"/>
    <dgm:cxn modelId="{E5DEE4C5-6095-4F7F-82E6-6CC21FC1BA9D}" type="presOf" srcId="{40FA6C75-D571-4E5E-9A3D-60E648405135}" destId="{7A14BBEF-E11F-4DC9-B64C-613844B9EEEA}" srcOrd="0" destOrd="0" presId="urn:microsoft.com/office/officeart/2018/2/layout/IconVerticalSolidList"/>
    <dgm:cxn modelId="{8FDD85CC-0466-4183-A932-BF7032277136}" type="presOf" srcId="{611B1184-6072-43B9-9A34-0401180A54E5}" destId="{04333D55-9383-48BA-9AC8-A907A69D6C29}" srcOrd="0" destOrd="0" presId="urn:microsoft.com/office/officeart/2018/2/layout/IconVerticalSolidList"/>
    <dgm:cxn modelId="{1030CED0-3D11-4FB1-AB83-53F6C0BAD246}" type="presOf" srcId="{616B51FC-3633-4C36-905B-A3C247742D43}" destId="{9F80E635-B48C-4651-9412-7AEED1446142}" srcOrd="0" destOrd="0" presId="urn:microsoft.com/office/officeart/2018/2/layout/IconVerticalSolidList"/>
    <dgm:cxn modelId="{7571F2D2-17DB-490B-9DC7-B908BD293E22}" type="presOf" srcId="{3F902DF1-69C4-4DF5-965D-B4FF74B0F0C4}" destId="{52D00C5C-379C-4FAC-8836-F12D65F3ACA8}" srcOrd="0" destOrd="0" presId="urn:microsoft.com/office/officeart/2018/2/layout/IconVerticalSolidList"/>
    <dgm:cxn modelId="{7AEE52D3-AD2F-47A4-AFD4-87236CC00D68}" srcId="{1CE8D063-9C2E-4A4A-91B5-10833EE653D8}" destId="{611B1184-6072-43B9-9A34-0401180A54E5}" srcOrd="6" destOrd="0" parTransId="{51E735FA-A672-462B-8588-BE76EE67F5DD}" sibTransId="{041D27A0-6D82-4400-A1B6-C035308168F4}"/>
    <dgm:cxn modelId="{254CF0D7-B4DA-467D-B3FE-9393B6118BE0}" srcId="{1CE8D063-9C2E-4A4A-91B5-10833EE653D8}" destId="{3F902DF1-69C4-4DF5-965D-B4FF74B0F0C4}" srcOrd="1" destOrd="0" parTransId="{DA43278D-C759-440E-8127-74D43AA57708}" sibTransId="{6239E07E-379D-45C6-8C4A-CB52979B64B7}"/>
    <dgm:cxn modelId="{815BEFDC-0392-4F1C-B037-5E4D79C6CB74}" type="presOf" srcId="{655C6CE5-1B5F-4C78-B760-A4CF74338D7C}" destId="{D4261BDF-FE10-459B-9CB3-7E9F5BEEA131}" srcOrd="0" destOrd="0" presId="urn:microsoft.com/office/officeart/2018/2/layout/IconVerticalSolidList"/>
    <dgm:cxn modelId="{2E768BDD-A1A5-48D9-99D7-861A6A6DE9EF}" type="presOf" srcId="{26757095-CC8F-47EE-8428-4639FFF96C9B}" destId="{B3CF9015-C639-4167-9229-FF19BEDCD591}" srcOrd="0" destOrd="0" presId="urn:microsoft.com/office/officeart/2018/2/layout/IconVerticalSolidList"/>
    <dgm:cxn modelId="{5CCECB1F-45CE-4260-A919-9F4303730222}" type="presParOf" srcId="{908FB740-A317-4694-84F8-44A018BB37C5}" destId="{3BB9A444-3C3C-46FA-BABB-BB5C2BCF171E}" srcOrd="0" destOrd="0" presId="urn:microsoft.com/office/officeart/2018/2/layout/IconVerticalSolidList"/>
    <dgm:cxn modelId="{B9DE49B0-37FE-4F01-A3EF-4170DD23B80A}" type="presParOf" srcId="{3BB9A444-3C3C-46FA-BABB-BB5C2BCF171E}" destId="{A6E79CE6-C410-4210-8132-2E7A91AD9A09}" srcOrd="0" destOrd="0" presId="urn:microsoft.com/office/officeart/2018/2/layout/IconVerticalSolidList"/>
    <dgm:cxn modelId="{2E50A0AB-F5EF-4387-A6AE-2CB29F0D1C57}" type="presParOf" srcId="{3BB9A444-3C3C-46FA-BABB-BB5C2BCF171E}" destId="{93EF3B8C-3D22-4406-8FB8-1F16D70B4AF4}" srcOrd="1" destOrd="0" presId="urn:microsoft.com/office/officeart/2018/2/layout/IconVerticalSolidList"/>
    <dgm:cxn modelId="{0AB8EA2E-47C6-4A7B-997C-FDFCED229EEF}" type="presParOf" srcId="{3BB9A444-3C3C-46FA-BABB-BB5C2BCF171E}" destId="{2A9C9696-9FB9-4B7E-86FA-6266A87FC465}" srcOrd="2" destOrd="0" presId="urn:microsoft.com/office/officeart/2018/2/layout/IconVerticalSolidList"/>
    <dgm:cxn modelId="{1C695D5C-027A-40A7-94AE-F9D28EA7FDAF}" type="presParOf" srcId="{3BB9A444-3C3C-46FA-BABB-BB5C2BCF171E}" destId="{7AB5775E-709D-4D2A-A5CC-8B646E54F4C6}" srcOrd="3" destOrd="0" presId="urn:microsoft.com/office/officeart/2018/2/layout/IconVerticalSolidList"/>
    <dgm:cxn modelId="{BA002A07-3191-4E5D-8984-0E77E3088091}" type="presParOf" srcId="{908FB740-A317-4694-84F8-44A018BB37C5}" destId="{2F0EBAD5-87E1-4B0A-B84B-99FA855DA355}" srcOrd="1" destOrd="0" presId="urn:microsoft.com/office/officeart/2018/2/layout/IconVerticalSolidList"/>
    <dgm:cxn modelId="{7AB5B69A-C8C0-4B96-9313-DB10419C0016}" type="presParOf" srcId="{908FB740-A317-4694-84F8-44A018BB37C5}" destId="{B0763CF2-DB44-4C36-A826-D9E1AC0931A0}" srcOrd="2" destOrd="0" presId="urn:microsoft.com/office/officeart/2018/2/layout/IconVerticalSolidList"/>
    <dgm:cxn modelId="{97BB4086-5771-4D22-B598-30320163290B}" type="presParOf" srcId="{B0763CF2-DB44-4C36-A826-D9E1AC0931A0}" destId="{7115AD8B-47E8-4136-AC94-6490FFB1057E}" srcOrd="0" destOrd="0" presId="urn:microsoft.com/office/officeart/2018/2/layout/IconVerticalSolidList"/>
    <dgm:cxn modelId="{D3883F99-F00B-4ED3-9D17-4820A5E913D0}" type="presParOf" srcId="{B0763CF2-DB44-4C36-A826-D9E1AC0931A0}" destId="{117A9103-4221-4509-8642-F3C97436963F}" srcOrd="1" destOrd="0" presId="urn:microsoft.com/office/officeart/2018/2/layout/IconVerticalSolidList"/>
    <dgm:cxn modelId="{AD587ED3-3F6F-4B56-B9C3-EA3B58CA5A54}" type="presParOf" srcId="{B0763CF2-DB44-4C36-A826-D9E1AC0931A0}" destId="{5616254B-14BD-46D2-A4D4-3B1253F270E2}" srcOrd="2" destOrd="0" presId="urn:microsoft.com/office/officeart/2018/2/layout/IconVerticalSolidList"/>
    <dgm:cxn modelId="{8EE81699-8A1B-47E6-9191-5F5FCA0D4272}" type="presParOf" srcId="{B0763CF2-DB44-4C36-A826-D9E1AC0931A0}" destId="{52D00C5C-379C-4FAC-8836-F12D65F3ACA8}" srcOrd="3" destOrd="0" presId="urn:microsoft.com/office/officeart/2018/2/layout/IconVerticalSolidList"/>
    <dgm:cxn modelId="{BE0374F4-31ED-41EA-8385-9DB912A62A59}" type="presParOf" srcId="{908FB740-A317-4694-84F8-44A018BB37C5}" destId="{29C1F719-7327-43D8-9C41-91FC8BA8DECF}" srcOrd="3" destOrd="0" presId="urn:microsoft.com/office/officeart/2018/2/layout/IconVerticalSolidList"/>
    <dgm:cxn modelId="{16C89B74-B873-410E-BFC0-5E76DB024422}" type="presParOf" srcId="{908FB740-A317-4694-84F8-44A018BB37C5}" destId="{26D993D5-F591-4FCF-AAC4-6290143D0BCB}" srcOrd="4" destOrd="0" presId="urn:microsoft.com/office/officeart/2018/2/layout/IconVerticalSolidList"/>
    <dgm:cxn modelId="{3CAEC9E4-4DFC-40BD-8C40-7DEC8FE3B7E7}" type="presParOf" srcId="{26D993D5-F591-4FCF-AAC4-6290143D0BCB}" destId="{0BC7CC28-8F7C-4773-AB52-ED4D29D1FE8D}" srcOrd="0" destOrd="0" presId="urn:microsoft.com/office/officeart/2018/2/layout/IconVerticalSolidList"/>
    <dgm:cxn modelId="{D15E04E4-0420-4FE1-B986-B25DEE352818}" type="presParOf" srcId="{26D993D5-F591-4FCF-AAC4-6290143D0BCB}" destId="{6DAD92C4-6363-4491-8738-77B58B6E8462}" srcOrd="1" destOrd="0" presId="urn:microsoft.com/office/officeart/2018/2/layout/IconVerticalSolidList"/>
    <dgm:cxn modelId="{8E104857-DD0C-4799-8D29-8E79AD513C4F}" type="presParOf" srcId="{26D993D5-F591-4FCF-AAC4-6290143D0BCB}" destId="{387E959D-6D07-4C1E-914F-9B6771B6DB27}" srcOrd="2" destOrd="0" presId="urn:microsoft.com/office/officeart/2018/2/layout/IconVerticalSolidList"/>
    <dgm:cxn modelId="{52FC4BE4-1B52-4F8C-A614-DBB52989CF7F}" type="presParOf" srcId="{26D993D5-F591-4FCF-AAC4-6290143D0BCB}" destId="{B3CF9015-C639-4167-9229-FF19BEDCD591}" srcOrd="3" destOrd="0" presId="urn:microsoft.com/office/officeart/2018/2/layout/IconVerticalSolidList"/>
    <dgm:cxn modelId="{D6501B42-1B42-4562-9F4D-EB563F6CAA54}" type="presParOf" srcId="{908FB740-A317-4694-84F8-44A018BB37C5}" destId="{AFFCBE25-B2DB-4219-852A-21058787764D}" srcOrd="5" destOrd="0" presId="urn:microsoft.com/office/officeart/2018/2/layout/IconVerticalSolidList"/>
    <dgm:cxn modelId="{602398D1-41CA-4F0C-A613-9CF844212D02}" type="presParOf" srcId="{908FB740-A317-4694-84F8-44A018BB37C5}" destId="{0B0CEE41-C12F-4F59-A272-578A6EA301FC}" srcOrd="6" destOrd="0" presId="urn:microsoft.com/office/officeart/2018/2/layout/IconVerticalSolidList"/>
    <dgm:cxn modelId="{A794BBD0-2CD1-480C-BC16-3B32FC150DFA}" type="presParOf" srcId="{0B0CEE41-C12F-4F59-A272-578A6EA301FC}" destId="{A1CD9A29-C577-40CA-B1DB-6BB8C3D1EFDE}" srcOrd="0" destOrd="0" presId="urn:microsoft.com/office/officeart/2018/2/layout/IconVerticalSolidList"/>
    <dgm:cxn modelId="{58A87E5E-7A1E-4FFC-82B0-B37E04A507F5}" type="presParOf" srcId="{0B0CEE41-C12F-4F59-A272-578A6EA301FC}" destId="{BF1C56A2-A525-4C5C-B4AB-19EB3E9B3F2E}" srcOrd="1" destOrd="0" presId="urn:microsoft.com/office/officeart/2018/2/layout/IconVerticalSolidList"/>
    <dgm:cxn modelId="{15555208-78BA-460B-9C1D-5B934274CEEC}" type="presParOf" srcId="{0B0CEE41-C12F-4F59-A272-578A6EA301FC}" destId="{8ED611EF-89E3-4FDB-AF26-6C08B8657E71}" srcOrd="2" destOrd="0" presId="urn:microsoft.com/office/officeart/2018/2/layout/IconVerticalSolidList"/>
    <dgm:cxn modelId="{75C1742D-AD43-4D18-91B2-33F1A3E314A0}" type="presParOf" srcId="{0B0CEE41-C12F-4F59-A272-578A6EA301FC}" destId="{7A14BBEF-E11F-4DC9-B64C-613844B9EEEA}" srcOrd="3" destOrd="0" presId="urn:microsoft.com/office/officeart/2018/2/layout/IconVerticalSolidList"/>
    <dgm:cxn modelId="{0542BAB1-B159-4B35-B240-6C9DD9F4292B}" type="presParOf" srcId="{908FB740-A317-4694-84F8-44A018BB37C5}" destId="{1404CEAE-FFF2-4037-B0E8-450CC64D2676}" srcOrd="7" destOrd="0" presId="urn:microsoft.com/office/officeart/2018/2/layout/IconVerticalSolidList"/>
    <dgm:cxn modelId="{DA2A140B-D82A-4408-B580-942B57B6CDAA}" type="presParOf" srcId="{908FB740-A317-4694-84F8-44A018BB37C5}" destId="{0592F61B-195B-45AF-8336-0F37356AC2E8}" srcOrd="8" destOrd="0" presId="urn:microsoft.com/office/officeart/2018/2/layout/IconVerticalSolidList"/>
    <dgm:cxn modelId="{DE76917D-6B6E-426D-AEEB-C4338F0AE784}" type="presParOf" srcId="{0592F61B-195B-45AF-8336-0F37356AC2E8}" destId="{E1C05E6F-876B-4B9B-BE1E-9967CE6A2728}" srcOrd="0" destOrd="0" presId="urn:microsoft.com/office/officeart/2018/2/layout/IconVerticalSolidList"/>
    <dgm:cxn modelId="{2F4977D6-428D-4A76-BDAF-E0E24BC88335}" type="presParOf" srcId="{0592F61B-195B-45AF-8336-0F37356AC2E8}" destId="{30B2E0F8-C728-4F46-90A6-F078DC935952}" srcOrd="1" destOrd="0" presId="urn:microsoft.com/office/officeart/2018/2/layout/IconVerticalSolidList"/>
    <dgm:cxn modelId="{F86D7D68-358E-477F-A864-B4E2414F13A6}" type="presParOf" srcId="{0592F61B-195B-45AF-8336-0F37356AC2E8}" destId="{A3ED4F56-0664-41A3-8913-0D1153033C21}" srcOrd="2" destOrd="0" presId="urn:microsoft.com/office/officeart/2018/2/layout/IconVerticalSolidList"/>
    <dgm:cxn modelId="{7CF2AF56-69A8-4219-9418-AED212A204A2}" type="presParOf" srcId="{0592F61B-195B-45AF-8336-0F37356AC2E8}" destId="{0F52BADE-77C9-450E-BB8F-3C223DB0CED8}" srcOrd="3" destOrd="0" presId="urn:microsoft.com/office/officeart/2018/2/layout/IconVerticalSolidList"/>
    <dgm:cxn modelId="{15EB9C96-8492-48FA-A88E-A652C876C7B4}" type="presParOf" srcId="{908FB740-A317-4694-84F8-44A018BB37C5}" destId="{CDA25CE5-76FC-4470-A163-8C1EEBF41A8B}" srcOrd="9" destOrd="0" presId="urn:microsoft.com/office/officeart/2018/2/layout/IconVerticalSolidList"/>
    <dgm:cxn modelId="{B6D6B61B-BA94-48D7-9213-B54895ACA9C4}" type="presParOf" srcId="{908FB740-A317-4694-84F8-44A018BB37C5}" destId="{65C7327E-02BD-47D7-A896-F3030D088AC2}" srcOrd="10" destOrd="0" presId="urn:microsoft.com/office/officeart/2018/2/layout/IconVerticalSolidList"/>
    <dgm:cxn modelId="{08B25E79-A611-4880-978E-5C37FBDC3B4B}" type="presParOf" srcId="{65C7327E-02BD-47D7-A896-F3030D088AC2}" destId="{BA98947F-6EA1-479F-A39D-848181A3C84C}" srcOrd="0" destOrd="0" presId="urn:microsoft.com/office/officeart/2018/2/layout/IconVerticalSolidList"/>
    <dgm:cxn modelId="{7EDC8EDC-E6E5-472E-A64C-AE132BE6E6ED}" type="presParOf" srcId="{65C7327E-02BD-47D7-A896-F3030D088AC2}" destId="{6BF7925F-183A-4DCB-84CC-B22431EA7652}" srcOrd="1" destOrd="0" presId="urn:microsoft.com/office/officeart/2018/2/layout/IconVerticalSolidList"/>
    <dgm:cxn modelId="{BF99E820-5BB3-4996-B700-EE13279B5CF2}" type="presParOf" srcId="{65C7327E-02BD-47D7-A896-F3030D088AC2}" destId="{BDCDE216-0F50-4ED2-B56E-7C5B4591C044}" srcOrd="2" destOrd="0" presId="urn:microsoft.com/office/officeart/2018/2/layout/IconVerticalSolidList"/>
    <dgm:cxn modelId="{CE425FBC-C80E-4120-B602-AD07495E87BC}" type="presParOf" srcId="{65C7327E-02BD-47D7-A896-F3030D088AC2}" destId="{9F80E635-B48C-4651-9412-7AEED1446142}" srcOrd="3" destOrd="0" presId="urn:microsoft.com/office/officeart/2018/2/layout/IconVerticalSolidList"/>
    <dgm:cxn modelId="{E32BF28A-B5D8-4FC5-9973-A3D3CC911747}" type="presParOf" srcId="{908FB740-A317-4694-84F8-44A018BB37C5}" destId="{E2C8BAE0-4046-44B0-8205-D3106C8CEEF6}" srcOrd="11" destOrd="0" presId="urn:microsoft.com/office/officeart/2018/2/layout/IconVerticalSolidList"/>
    <dgm:cxn modelId="{66803AB9-917A-485C-949F-20067A76CC1A}" type="presParOf" srcId="{908FB740-A317-4694-84F8-44A018BB37C5}" destId="{11392E99-FC0D-4D0B-97E2-CC73C8C61378}" srcOrd="12" destOrd="0" presId="urn:microsoft.com/office/officeart/2018/2/layout/IconVerticalSolidList"/>
    <dgm:cxn modelId="{CC7D70A9-87DE-4C54-AD8F-4A782DA1F0B3}" type="presParOf" srcId="{11392E99-FC0D-4D0B-97E2-CC73C8C61378}" destId="{C9833335-1E22-40AF-A7FB-DA5D702EB8B4}" srcOrd="0" destOrd="0" presId="urn:microsoft.com/office/officeart/2018/2/layout/IconVerticalSolidList"/>
    <dgm:cxn modelId="{56368960-69B0-4440-835D-5B240FCC761F}" type="presParOf" srcId="{11392E99-FC0D-4D0B-97E2-CC73C8C61378}" destId="{F6DE1AC9-AC25-4CF1-80B1-6A8AC385845C}" srcOrd="1" destOrd="0" presId="urn:microsoft.com/office/officeart/2018/2/layout/IconVerticalSolidList"/>
    <dgm:cxn modelId="{4794EB0D-847E-41EF-AE9C-2BB4AC434183}" type="presParOf" srcId="{11392E99-FC0D-4D0B-97E2-CC73C8C61378}" destId="{48379E70-EE36-40CE-8C28-AA9CC6066284}" srcOrd="2" destOrd="0" presId="urn:microsoft.com/office/officeart/2018/2/layout/IconVerticalSolidList"/>
    <dgm:cxn modelId="{9C350B83-9B68-490A-9567-298E3637C32A}" type="presParOf" srcId="{11392E99-FC0D-4D0B-97E2-CC73C8C61378}" destId="{04333D55-9383-48BA-9AC8-A907A69D6C29}" srcOrd="3" destOrd="0" presId="urn:microsoft.com/office/officeart/2018/2/layout/IconVerticalSolidList"/>
    <dgm:cxn modelId="{B8891603-D392-4382-BB4A-372BBE4193FC}" type="presParOf" srcId="{908FB740-A317-4694-84F8-44A018BB37C5}" destId="{F5520623-0E64-49CC-8E43-B6B5C39E8A43}" srcOrd="13" destOrd="0" presId="urn:microsoft.com/office/officeart/2018/2/layout/IconVerticalSolidList"/>
    <dgm:cxn modelId="{D81B9179-ADB5-4B94-8CE5-2741D301015D}" type="presParOf" srcId="{908FB740-A317-4694-84F8-44A018BB37C5}" destId="{BD74630D-5614-4E44-B5F2-4A5C279C6303}" srcOrd="14" destOrd="0" presId="urn:microsoft.com/office/officeart/2018/2/layout/IconVerticalSolidList"/>
    <dgm:cxn modelId="{B5879E2F-EF55-4375-96CE-B32A30F875E9}" type="presParOf" srcId="{BD74630D-5614-4E44-B5F2-4A5C279C6303}" destId="{05FB8D14-38F1-44EA-98F4-EF1BD62704D7}" srcOrd="0" destOrd="0" presId="urn:microsoft.com/office/officeart/2018/2/layout/IconVerticalSolidList"/>
    <dgm:cxn modelId="{2838F9FE-DBA4-47D2-BBA9-D7D3B13792EC}" type="presParOf" srcId="{BD74630D-5614-4E44-B5F2-4A5C279C6303}" destId="{2C774907-06D8-4C31-962E-2CD203128300}" srcOrd="1" destOrd="0" presId="urn:microsoft.com/office/officeart/2018/2/layout/IconVerticalSolidList"/>
    <dgm:cxn modelId="{9950DE05-4E01-431B-BDDF-26BD260206D5}" type="presParOf" srcId="{BD74630D-5614-4E44-B5F2-4A5C279C6303}" destId="{B17B9657-E709-4F9A-A9AA-A7EE3F5ECC66}" srcOrd="2" destOrd="0" presId="urn:microsoft.com/office/officeart/2018/2/layout/IconVerticalSolidList"/>
    <dgm:cxn modelId="{582F17C1-F40B-431C-89AA-32E10B0D4985}" type="presParOf" srcId="{BD74630D-5614-4E44-B5F2-4A5C279C6303}" destId="{D4261BDF-FE10-459B-9CB3-7E9F5BEEA131}"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D40B6849-52DF-4523-8A0E-B9577BE93EAD}" type="doc">
      <dgm:prSet loTypeId="urn:microsoft.com/office/officeart/2005/8/layout/list1" loCatId="list" qsTypeId="urn:microsoft.com/office/officeart/2005/8/quickstyle/simple4" qsCatId="simple" csTypeId="urn:microsoft.com/office/officeart/2005/8/colors/accent1_2" csCatId="accent1"/>
      <dgm:spPr/>
      <dgm:t>
        <a:bodyPr/>
        <a:lstStyle/>
        <a:p>
          <a:endParaRPr lang="en-US"/>
        </a:p>
      </dgm:t>
    </dgm:pt>
    <dgm:pt modelId="{9F453C8B-D430-47CD-AB05-94F080322C58}">
      <dgm:prSet custT="1"/>
      <dgm:spPr/>
      <dgm:t>
        <a:bodyPr/>
        <a:lstStyle/>
        <a:p>
          <a:r>
            <a:rPr lang="en-US" sz="2000" dirty="0">
              <a:latin typeface="Times New Roman" panose="02020603050405020304" pitchFamily="18" charset="0"/>
              <a:cs typeface="Times New Roman" panose="02020603050405020304" pitchFamily="18" charset="0"/>
            </a:rPr>
            <a:t>Project Overview Dashboard</a:t>
          </a:r>
        </a:p>
      </dgm:t>
    </dgm:pt>
    <dgm:pt modelId="{C0DEE33D-5F19-4D84-9889-6F905F48D97D}" type="parTrans" cxnId="{7A09707A-2145-4410-A043-BB4C79614F1D}">
      <dgm:prSet/>
      <dgm:spPr/>
      <dgm:t>
        <a:bodyPr/>
        <a:lstStyle/>
        <a:p>
          <a:endParaRPr lang="en-US"/>
        </a:p>
      </dgm:t>
    </dgm:pt>
    <dgm:pt modelId="{31AD42C1-CAF4-4AC4-9812-77359535850E}" type="sibTrans" cxnId="{7A09707A-2145-4410-A043-BB4C79614F1D}">
      <dgm:prSet/>
      <dgm:spPr/>
      <dgm:t>
        <a:bodyPr/>
        <a:lstStyle/>
        <a:p>
          <a:endParaRPr lang="en-US"/>
        </a:p>
      </dgm:t>
    </dgm:pt>
    <dgm:pt modelId="{5E1AA259-F28C-40C1-8B06-3AE95CA113E4}">
      <dgm:prSet custT="1"/>
      <dgm:spPr/>
      <dgm:t>
        <a:bodyPr/>
        <a:lstStyle/>
        <a:p>
          <a:r>
            <a:rPr lang="en-US" sz="2000" dirty="0">
              <a:latin typeface="Times New Roman" panose="02020603050405020304" pitchFamily="18" charset="0"/>
              <a:cs typeface="Times New Roman" panose="02020603050405020304" pitchFamily="18" charset="0"/>
            </a:rPr>
            <a:t>Agile Scrum Dashboard</a:t>
          </a:r>
        </a:p>
      </dgm:t>
    </dgm:pt>
    <dgm:pt modelId="{C362B236-DEBB-4AFF-923A-BC967A95FC65}" type="parTrans" cxnId="{EA3CF731-A49F-4EFF-87B6-409DDBC2A3B7}">
      <dgm:prSet/>
      <dgm:spPr/>
      <dgm:t>
        <a:bodyPr/>
        <a:lstStyle/>
        <a:p>
          <a:endParaRPr lang="en-US"/>
        </a:p>
      </dgm:t>
    </dgm:pt>
    <dgm:pt modelId="{051CBD40-F264-4EB5-B2BE-649369C163F6}" type="sibTrans" cxnId="{EA3CF731-A49F-4EFF-87B6-409DDBC2A3B7}">
      <dgm:prSet/>
      <dgm:spPr/>
      <dgm:t>
        <a:bodyPr/>
        <a:lstStyle/>
        <a:p>
          <a:endParaRPr lang="en-US"/>
        </a:p>
      </dgm:t>
    </dgm:pt>
    <dgm:pt modelId="{5D9A0396-B788-461E-97B7-A04E5ABD507C}">
      <dgm:prSet custT="1"/>
      <dgm:spPr/>
      <dgm:t>
        <a:bodyPr/>
        <a:lstStyle/>
        <a:p>
          <a:r>
            <a:rPr lang="en-US" sz="2000" dirty="0">
              <a:latin typeface="Times New Roman" panose="02020603050405020304" pitchFamily="18" charset="0"/>
              <a:cs typeface="Times New Roman" panose="02020603050405020304" pitchFamily="18" charset="0"/>
            </a:rPr>
            <a:t>Kanban Dashboard</a:t>
          </a:r>
        </a:p>
      </dgm:t>
    </dgm:pt>
    <dgm:pt modelId="{75330B39-0846-43E7-A387-363C655A3443}" type="parTrans" cxnId="{AF53E05A-99B8-45E3-A7DD-0A8D73DA6B2C}">
      <dgm:prSet/>
      <dgm:spPr/>
      <dgm:t>
        <a:bodyPr/>
        <a:lstStyle/>
        <a:p>
          <a:endParaRPr lang="en-US"/>
        </a:p>
      </dgm:t>
    </dgm:pt>
    <dgm:pt modelId="{D9B3B60D-E42B-4DD8-A7F1-15E4F2FC9DF1}" type="sibTrans" cxnId="{AF53E05A-99B8-45E3-A7DD-0A8D73DA6B2C}">
      <dgm:prSet/>
      <dgm:spPr/>
      <dgm:t>
        <a:bodyPr/>
        <a:lstStyle/>
        <a:p>
          <a:endParaRPr lang="en-US"/>
        </a:p>
      </dgm:t>
    </dgm:pt>
    <dgm:pt modelId="{145AD3C8-BD7F-4714-B089-50EF63FDA7E3}">
      <dgm:prSet custT="1"/>
      <dgm:spPr/>
      <dgm:t>
        <a:bodyPr/>
        <a:lstStyle/>
        <a:p>
          <a:r>
            <a:rPr lang="en-US" sz="2000" dirty="0">
              <a:latin typeface="Times New Roman" panose="02020603050405020304" pitchFamily="18" charset="0"/>
              <a:cs typeface="Times New Roman" panose="02020603050405020304" pitchFamily="18" charset="0"/>
            </a:rPr>
            <a:t>Issue Tracking Dashboard</a:t>
          </a:r>
        </a:p>
      </dgm:t>
    </dgm:pt>
    <dgm:pt modelId="{0344C503-0C8E-4305-9CAB-7D88D154C3ED}" type="parTrans" cxnId="{750FD5C2-55D1-49A7-86F8-E3CC31ED597F}">
      <dgm:prSet/>
      <dgm:spPr/>
      <dgm:t>
        <a:bodyPr/>
        <a:lstStyle/>
        <a:p>
          <a:endParaRPr lang="en-US"/>
        </a:p>
      </dgm:t>
    </dgm:pt>
    <dgm:pt modelId="{EF32EC4A-73CC-4446-9AF3-E8545DDE1300}" type="sibTrans" cxnId="{750FD5C2-55D1-49A7-86F8-E3CC31ED597F}">
      <dgm:prSet/>
      <dgm:spPr/>
      <dgm:t>
        <a:bodyPr/>
        <a:lstStyle/>
        <a:p>
          <a:endParaRPr lang="en-US"/>
        </a:p>
      </dgm:t>
    </dgm:pt>
    <dgm:pt modelId="{9119EABD-9424-4C62-82B2-614F8D952CE9}">
      <dgm:prSet custT="1"/>
      <dgm:spPr/>
      <dgm:t>
        <a:bodyPr/>
        <a:lstStyle/>
        <a:p>
          <a:r>
            <a:rPr lang="en-US" sz="2000" dirty="0">
              <a:latin typeface="Times New Roman" panose="02020603050405020304" pitchFamily="18" charset="0"/>
              <a:cs typeface="Times New Roman" panose="02020603050405020304" pitchFamily="18" charset="0"/>
            </a:rPr>
            <a:t>Release Management Dashboard</a:t>
          </a:r>
        </a:p>
      </dgm:t>
    </dgm:pt>
    <dgm:pt modelId="{598079F5-C6A9-4832-9930-FD9EA52B4226}" type="parTrans" cxnId="{6CCD1AFA-861B-4C8E-9845-BE7FE09056A4}">
      <dgm:prSet/>
      <dgm:spPr/>
      <dgm:t>
        <a:bodyPr/>
        <a:lstStyle/>
        <a:p>
          <a:endParaRPr lang="en-US"/>
        </a:p>
      </dgm:t>
    </dgm:pt>
    <dgm:pt modelId="{11D7AB7E-1B77-4F3D-8EB0-3E01A4DC2901}" type="sibTrans" cxnId="{6CCD1AFA-861B-4C8E-9845-BE7FE09056A4}">
      <dgm:prSet/>
      <dgm:spPr/>
      <dgm:t>
        <a:bodyPr/>
        <a:lstStyle/>
        <a:p>
          <a:endParaRPr lang="en-US"/>
        </a:p>
      </dgm:t>
    </dgm:pt>
    <dgm:pt modelId="{6F3D0680-C667-4BB3-AB8A-631619473D8D}">
      <dgm:prSet custT="1"/>
      <dgm:spPr/>
      <dgm:t>
        <a:bodyPr/>
        <a:lstStyle/>
        <a:p>
          <a:r>
            <a:rPr lang="en-US" sz="2000" dirty="0">
              <a:latin typeface="Times New Roman" panose="02020603050405020304" pitchFamily="18" charset="0"/>
              <a:cs typeface="Times New Roman" panose="02020603050405020304" pitchFamily="18" charset="0"/>
            </a:rPr>
            <a:t>Portfolio Dashboard</a:t>
          </a:r>
        </a:p>
      </dgm:t>
    </dgm:pt>
    <dgm:pt modelId="{827D7FDB-6D2F-435C-9CE0-33274D4B02F8}" type="parTrans" cxnId="{016C62D6-F348-46A9-9B94-D01AE2DD166A}">
      <dgm:prSet/>
      <dgm:spPr/>
      <dgm:t>
        <a:bodyPr/>
        <a:lstStyle/>
        <a:p>
          <a:endParaRPr lang="en-US"/>
        </a:p>
      </dgm:t>
    </dgm:pt>
    <dgm:pt modelId="{6B770B3A-8253-4698-B1F3-AEF4CCB75B31}" type="sibTrans" cxnId="{016C62D6-F348-46A9-9B94-D01AE2DD166A}">
      <dgm:prSet/>
      <dgm:spPr/>
      <dgm:t>
        <a:bodyPr/>
        <a:lstStyle/>
        <a:p>
          <a:endParaRPr lang="en-US"/>
        </a:p>
      </dgm:t>
    </dgm:pt>
    <dgm:pt modelId="{3A9BAAE7-7EDE-43B7-BDFA-40FEE2CCEE00}" type="pres">
      <dgm:prSet presAssocID="{D40B6849-52DF-4523-8A0E-B9577BE93EAD}" presName="linear" presStyleCnt="0">
        <dgm:presLayoutVars>
          <dgm:dir/>
          <dgm:animLvl val="lvl"/>
          <dgm:resizeHandles val="exact"/>
        </dgm:presLayoutVars>
      </dgm:prSet>
      <dgm:spPr/>
    </dgm:pt>
    <dgm:pt modelId="{F5739532-4ADA-4E88-9D17-998A19F8F489}" type="pres">
      <dgm:prSet presAssocID="{9F453C8B-D430-47CD-AB05-94F080322C58}" presName="parentLin" presStyleCnt="0"/>
      <dgm:spPr/>
    </dgm:pt>
    <dgm:pt modelId="{B3F958B5-5257-4211-80AF-779A6279DC3B}" type="pres">
      <dgm:prSet presAssocID="{9F453C8B-D430-47CD-AB05-94F080322C58}" presName="parentLeftMargin" presStyleLbl="node1" presStyleIdx="0" presStyleCnt="6"/>
      <dgm:spPr/>
    </dgm:pt>
    <dgm:pt modelId="{A97CF140-397A-45B6-8EE0-39BF76B226A3}" type="pres">
      <dgm:prSet presAssocID="{9F453C8B-D430-47CD-AB05-94F080322C58}" presName="parentText" presStyleLbl="node1" presStyleIdx="0" presStyleCnt="6">
        <dgm:presLayoutVars>
          <dgm:chMax val="0"/>
          <dgm:bulletEnabled val="1"/>
        </dgm:presLayoutVars>
      </dgm:prSet>
      <dgm:spPr/>
    </dgm:pt>
    <dgm:pt modelId="{C2625057-BA18-49C9-9307-5046AB21F1FE}" type="pres">
      <dgm:prSet presAssocID="{9F453C8B-D430-47CD-AB05-94F080322C58}" presName="negativeSpace" presStyleCnt="0"/>
      <dgm:spPr/>
    </dgm:pt>
    <dgm:pt modelId="{B5A7642E-EEC3-4DA0-8713-E50D2E76C222}" type="pres">
      <dgm:prSet presAssocID="{9F453C8B-D430-47CD-AB05-94F080322C58}" presName="childText" presStyleLbl="conFgAcc1" presStyleIdx="0" presStyleCnt="6">
        <dgm:presLayoutVars>
          <dgm:bulletEnabled val="1"/>
        </dgm:presLayoutVars>
      </dgm:prSet>
      <dgm:spPr/>
    </dgm:pt>
    <dgm:pt modelId="{B2595B20-E6F6-4AE5-B77F-0975926B9BDA}" type="pres">
      <dgm:prSet presAssocID="{31AD42C1-CAF4-4AC4-9812-77359535850E}" presName="spaceBetweenRectangles" presStyleCnt="0"/>
      <dgm:spPr/>
    </dgm:pt>
    <dgm:pt modelId="{5DC5B90D-21FB-443F-87DA-296900A7FF91}" type="pres">
      <dgm:prSet presAssocID="{5E1AA259-F28C-40C1-8B06-3AE95CA113E4}" presName="parentLin" presStyleCnt="0"/>
      <dgm:spPr/>
    </dgm:pt>
    <dgm:pt modelId="{0D0AA5E0-B0C4-4CCA-BAF7-D597D24E0CE2}" type="pres">
      <dgm:prSet presAssocID="{5E1AA259-F28C-40C1-8B06-3AE95CA113E4}" presName="parentLeftMargin" presStyleLbl="node1" presStyleIdx="0" presStyleCnt="6"/>
      <dgm:spPr/>
    </dgm:pt>
    <dgm:pt modelId="{D8FDE2FF-1B56-4CCB-99A7-2F262F6ABE67}" type="pres">
      <dgm:prSet presAssocID="{5E1AA259-F28C-40C1-8B06-3AE95CA113E4}" presName="parentText" presStyleLbl="node1" presStyleIdx="1" presStyleCnt="6">
        <dgm:presLayoutVars>
          <dgm:chMax val="0"/>
          <dgm:bulletEnabled val="1"/>
        </dgm:presLayoutVars>
      </dgm:prSet>
      <dgm:spPr/>
    </dgm:pt>
    <dgm:pt modelId="{5D532A6C-4B28-4D58-8CC5-C88061A242CE}" type="pres">
      <dgm:prSet presAssocID="{5E1AA259-F28C-40C1-8B06-3AE95CA113E4}" presName="negativeSpace" presStyleCnt="0"/>
      <dgm:spPr/>
    </dgm:pt>
    <dgm:pt modelId="{40DD867B-8956-428A-8AAA-A21157870487}" type="pres">
      <dgm:prSet presAssocID="{5E1AA259-F28C-40C1-8B06-3AE95CA113E4}" presName="childText" presStyleLbl="conFgAcc1" presStyleIdx="1" presStyleCnt="6">
        <dgm:presLayoutVars>
          <dgm:bulletEnabled val="1"/>
        </dgm:presLayoutVars>
      </dgm:prSet>
      <dgm:spPr/>
    </dgm:pt>
    <dgm:pt modelId="{8B9479B5-C8C3-4411-B517-8D459A74015F}" type="pres">
      <dgm:prSet presAssocID="{051CBD40-F264-4EB5-B2BE-649369C163F6}" presName="spaceBetweenRectangles" presStyleCnt="0"/>
      <dgm:spPr/>
    </dgm:pt>
    <dgm:pt modelId="{E71684E6-50C5-4C2F-AF2F-FD7E0AEB388E}" type="pres">
      <dgm:prSet presAssocID="{5D9A0396-B788-461E-97B7-A04E5ABD507C}" presName="parentLin" presStyleCnt="0"/>
      <dgm:spPr/>
    </dgm:pt>
    <dgm:pt modelId="{283B229C-0A91-4240-92DB-57F6371AE786}" type="pres">
      <dgm:prSet presAssocID="{5D9A0396-B788-461E-97B7-A04E5ABD507C}" presName="parentLeftMargin" presStyleLbl="node1" presStyleIdx="1" presStyleCnt="6"/>
      <dgm:spPr/>
    </dgm:pt>
    <dgm:pt modelId="{462A70D2-2304-4D71-B5A3-3CA511D57B81}" type="pres">
      <dgm:prSet presAssocID="{5D9A0396-B788-461E-97B7-A04E5ABD507C}" presName="parentText" presStyleLbl="node1" presStyleIdx="2" presStyleCnt="6">
        <dgm:presLayoutVars>
          <dgm:chMax val="0"/>
          <dgm:bulletEnabled val="1"/>
        </dgm:presLayoutVars>
      </dgm:prSet>
      <dgm:spPr/>
    </dgm:pt>
    <dgm:pt modelId="{4EC1DF52-67E6-4ED2-9F31-6CDD25EE6E0C}" type="pres">
      <dgm:prSet presAssocID="{5D9A0396-B788-461E-97B7-A04E5ABD507C}" presName="negativeSpace" presStyleCnt="0"/>
      <dgm:spPr/>
    </dgm:pt>
    <dgm:pt modelId="{E8E5FDF6-EF4F-4A3E-95D3-4378374C5287}" type="pres">
      <dgm:prSet presAssocID="{5D9A0396-B788-461E-97B7-A04E5ABD507C}" presName="childText" presStyleLbl="conFgAcc1" presStyleIdx="2" presStyleCnt="6">
        <dgm:presLayoutVars>
          <dgm:bulletEnabled val="1"/>
        </dgm:presLayoutVars>
      </dgm:prSet>
      <dgm:spPr/>
    </dgm:pt>
    <dgm:pt modelId="{BDF7ADD8-33E6-4417-B862-9826F8A592CE}" type="pres">
      <dgm:prSet presAssocID="{D9B3B60D-E42B-4DD8-A7F1-15E4F2FC9DF1}" presName="spaceBetweenRectangles" presStyleCnt="0"/>
      <dgm:spPr/>
    </dgm:pt>
    <dgm:pt modelId="{3BC55723-45A8-43F2-810C-098FC0CBD2FB}" type="pres">
      <dgm:prSet presAssocID="{145AD3C8-BD7F-4714-B089-50EF63FDA7E3}" presName="parentLin" presStyleCnt="0"/>
      <dgm:spPr/>
    </dgm:pt>
    <dgm:pt modelId="{8381B84A-50AD-4B05-A26B-AC58E23F6599}" type="pres">
      <dgm:prSet presAssocID="{145AD3C8-BD7F-4714-B089-50EF63FDA7E3}" presName="parentLeftMargin" presStyleLbl="node1" presStyleIdx="2" presStyleCnt="6"/>
      <dgm:spPr/>
    </dgm:pt>
    <dgm:pt modelId="{F91978B8-4159-48AD-B22D-D1A083A0E8C4}" type="pres">
      <dgm:prSet presAssocID="{145AD3C8-BD7F-4714-B089-50EF63FDA7E3}" presName="parentText" presStyleLbl="node1" presStyleIdx="3" presStyleCnt="6">
        <dgm:presLayoutVars>
          <dgm:chMax val="0"/>
          <dgm:bulletEnabled val="1"/>
        </dgm:presLayoutVars>
      </dgm:prSet>
      <dgm:spPr/>
    </dgm:pt>
    <dgm:pt modelId="{8BB8D9E3-FF11-45D8-80F8-24CC6F05F86F}" type="pres">
      <dgm:prSet presAssocID="{145AD3C8-BD7F-4714-B089-50EF63FDA7E3}" presName="negativeSpace" presStyleCnt="0"/>
      <dgm:spPr/>
    </dgm:pt>
    <dgm:pt modelId="{136DD605-2F80-4A13-A8BA-AB28EF6CC80F}" type="pres">
      <dgm:prSet presAssocID="{145AD3C8-BD7F-4714-B089-50EF63FDA7E3}" presName="childText" presStyleLbl="conFgAcc1" presStyleIdx="3" presStyleCnt="6">
        <dgm:presLayoutVars>
          <dgm:bulletEnabled val="1"/>
        </dgm:presLayoutVars>
      </dgm:prSet>
      <dgm:spPr/>
    </dgm:pt>
    <dgm:pt modelId="{04F8E0FA-8DE9-4F6A-AC3D-C148E6C8E25E}" type="pres">
      <dgm:prSet presAssocID="{EF32EC4A-73CC-4446-9AF3-E8545DDE1300}" presName="spaceBetweenRectangles" presStyleCnt="0"/>
      <dgm:spPr/>
    </dgm:pt>
    <dgm:pt modelId="{580F87A5-51F2-4E44-930A-B38343B54688}" type="pres">
      <dgm:prSet presAssocID="{9119EABD-9424-4C62-82B2-614F8D952CE9}" presName="parentLin" presStyleCnt="0"/>
      <dgm:spPr/>
    </dgm:pt>
    <dgm:pt modelId="{AC9D53CD-3ECD-4B5F-8516-2FCBC1F7DB5D}" type="pres">
      <dgm:prSet presAssocID="{9119EABD-9424-4C62-82B2-614F8D952CE9}" presName="parentLeftMargin" presStyleLbl="node1" presStyleIdx="3" presStyleCnt="6"/>
      <dgm:spPr/>
    </dgm:pt>
    <dgm:pt modelId="{58DBC993-0654-4115-B8FD-FCEE3F8C4071}" type="pres">
      <dgm:prSet presAssocID="{9119EABD-9424-4C62-82B2-614F8D952CE9}" presName="parentText" presStyleLbl="node1" presStyleIdx="4" presStyleCnt="6">
        <dgm:presLayoutVars>
          <dgm:chMax val="0"/>
          <dgm:bulletEnabled val="1"/>
        </dgm:presLayoutVars>
      </dgm:prSet>
      <dgm:spPr/>
    </dgm:pt>
    <dgm:pt modelId="{1F265C08-6E8E-4AA8-9F54-B1CD86D32B45}" type="pres">
      <dgm:prSet presAssocID="{9119EABD-9424-4C62-82B2-614F8D952CE9}" presName="negativeSpace" presStyleCnt="0"/>
      <dgm:spPr/>
    </dgm:pt>
    <dgm:pt modelId="{01FD5995-3E5D-4EA1-B01B-DE9B0523D869}" type="pres">
      <dgm:prSet presAssocID="{9119EABD-9424-4C62-82B2-614F8D952CE9}" presName="childText" presStyleLbl="conFgAcc1" presStyleIdx="4" presStyleCnt="6">
        <dgm:presLayoutVars>
          <dgm:bulletEnabled val="1"/>
        </dgm:presLayoutVars>
      </dgm:prSet>
      <dgm:spPr/>
    </dgm:pt>
    <dgm:pt modelId="{128142F1-C6D0-497C-AAC0-99C53EFACA57}" type="pres">
      <dgm:prSet presAssocID="{11D7AB7E-1B77-4F3D-8EB0-3E01A4DC2901}" presName="spaceBetweenRectangles" presStyleCnt="0"/>
      <dgm:spPr/>
    </dgm:pt>
    <dgm:pt modelId="{F379ED3A-3206-44F7-82E3-5487D39F86AD}" type="pres">
      <dgm:prSet presAssocID="{6F3D0680-C667-4BB3-AB8A-631619473D8D}" presName="parentLin" presStyleCnt="0"/>
      <dgm:spPr/>
    </dgm:pt>
    <dgm:pt modelId="{32EAE77B-AD2B-465F-BE26-E6A3699141A0}" type="pres">
      <dgm:prSet presAssocID="{6F3D0680-C667-4BB3-AB8A-631619473D8D}" presName="parentLeftMargin" presStyleLbl="node1" presStyleIdx="4" presStyleCnt="6"/>
      <dgm:spPr/>
    </dgm:pt>
    <dgm:pt modelId="{28B3A67A-F8BD-425C-B672-9FFE4C6312CF}" type="pres">
      <dgm:prSet presAssocID="{6F3D0680-C667-4BB3-AB8A-631619473D8D}" presName="parentText" presStyleLbl="node1" presStyleIdx="5" presStyleCnt="6">
        <dgm:presLayoutVars>
          <dgm:chMax val="0"/>
          <dgm:bulletEnabled val="1"/>
        </dgm:presLayoutVars>
      </dgm:prSet>
      <dgm:spPr/>
    </dgm:pt>
    <dgm:pt modelId="{D546237B-3C7C-43E0-B52B-0D6F3457BE7A}" type="pres">
      <dgm:prSet presAssocID="{6F3D0680-C667-4BB3-AB8A-631619473D8D}" presName="negativeSpace" presStyleCnt="0"/>
      <dgm:spPr/>
    </dgm:pt>
    <dgm:pt modelId="{7CF25C6E-8FE9-4D9E-8BA5-E088CC9C76CC}" type="pres">
      <dgm:prSet presAssocID="{6F3D0680-C667-4BB3-AB8A-631619473D8D}" presName="childText" presStyleLbl="conFgAcc1" presStyleIdx="5" presStyleCnt="6">
        <dgm:presLayoutVars>
          <dgm:bulletEnabled val="1"/>
        </dgm:presLayoutVars>
      </dgm:prSet>
      <dgm:spPr/>
    </dgm:pt>
  </dgm:ptLst>
  <dgm:cxnLst>
    <dgm:cxn modelId="{09E31909-D519-4ACC-A001-865B7AEBABE6}" type="presOf" srcId="{5E1AA259-F28C-40C1-8B06-3AE95CA113E4}" destId="{0D0AA5E0-B0C4-4CCA-BAF7-D597D24E0CE2}" srcOrd="0" destOrd="0" presId="urn:microsoft.com/office/officeart/2005/8/layout/list1"/>
    <dgm:cxn modelId="{EA3CF731-A49F-4EFF-87B6-409DDBC2A3B7}" srcId="{D40B6849-52DF-4523-8A0E-B9577BE93EAD}" destId="{5E1AA259-F28C-40C1-8B06-3AE95CA113E4}" srcOrd="1" destOrd="0" parTransId="{C362B236-DEBB-4AFF-923A-BC967A95FC65}" sibTransId="{051CBD40-F264-4EB5-B2BE-649369C163F6}"/>
    <dgm:cxn modelId="{8B1A4E33-E292-4B6B-9697-A0E27591D0F2}" type="presOf" srcId="{5E1AA259-F28C-40C1-8B06-3AE95CA113E4}" destId="{D8FDE2FF-1B56-4CCB-99A7-2F262F6ABE67}" srcOrd="1" destOrd="0" presId="urn:microsoft.com/office/officeart/2005/8/layout/list1"/>
    <dgm:cxn modelId="{DD691163-78AE-417A-8916-5E393D11B6D6}" type="presOf" srcId="{9119EABD-9424-4C62-82B2-614F8D952CE9}" destId="{AC9D53CD-3ECD-4B5F-8516-2FCBC1F7DB5D}" srcOrd="0" destOrd="0" presId="urn:microsoft.com/office/officeart/2005/8/layout/list1"/>
    <dgm:cxn modelId="{AA799E71-F2A0-461C-A8D6-CCF13BB98B2B}" type="presOf" srcId="{6F3D0680-C667-4BB3-AB8A-631619473D8D}" destId="{32EAE77B-AD2B-465F-BE26-E6A3699141A0}" srcOrd="0" destOrd="0" presId="urn:microsoft.com/office/officeart/2005/8/layout/list1"/>
    <dgm:cxn modelId="{7A09707A-2145-4410-A043-BB4C79614F1D}" srcId="{D40B6849-52DF-4523-8A0E-B9577BE93EAD}" destId="{9F453C8B-D430-47CD-AB05-94F080322C58}" srcOrd="0" destOrd="0" parTransId="{C0DEE33D-5F19-4D84-9889-6F905F48D97D}" sibTransId="{31AD42C1-CAF4-4AC4-9812-77359535850E}"/>
    <dgm:cxn modelId="{AF53E05A-99B8-45E3-A7DD-0A8D73DA6B2C}" srcId="{D40B6849-52DF-4523-8A0E-B9577BE93EAD}" destId="{5D9A0396-B788-461E-97B7-A04E5ABD507C}" srcOrd="2" destOrd="0" parTransId="{75330B39-0846-43E7-A387-363C655A3443}" sibTransId="{D9B3B60D-E42B-4DD8-A7F1-15E4F2FC9DF1}"/>
    <dgm:cxn modelId="{EBD62283-B3A7-40C0-8C74-392B36DB02A1}" type="presOf" srcId="{D40B6849-52DF-4523-8A0E-B9577BE93EAD}" destId="{3A9BAAE7-7EDE-43B7-BDFA-40FEE2CCEE00}" srcOrd="0" destOrd="0" presId="urn:microsoft.com/office/officeart/2005/8/layout/list1"/>
    <dgm:cxn modelId="{ED4F2084-CDA1-4E59-9F68-14A4E62C8C02}" type="presOf" srcId="{9F453C8B-D430-47CD-AB05-94F080322C58}" destId="{A97CF140-397A-45B6-8EE0-39BF76B226A3}" srcOrd="1" destOrd="0" presId="urn:microsoft.com/office/officeart/2005/8/layout/list1"/>
    <dgm:cxn modelId="{135BE29B-F48E-48AA-8B95-7ED349F10590}" type="presOf" srcId="{6F3D0680-C667-4BB3-AB8A-631619473D8D}" destId="{28B3A67A-F8BD-425C-B672-9FFE4C6312CF}" srcOrd="1" destOrd="0" presId="urn:microsoft.com/office/officeart/2005/8/layout/list1"/>
    <dgm:cxn modelId="{409937A2-A84E-4E66-87F0-97535020E0CA}" type="presOf" srcId="{145AD3C8-BD7F-4714-B089-50EF63FDA7E3}" destId="{8381B84A-50AD-4B05-A26B-AC58E23F6599}" srcOrd="0" destOrd="0" presId="urn:microsoft.com/office/officeart/2005/8/layout/list1"/>
    <dgm:cxn modelId="{FC1CD2BF-24FC-405E-A106-A6BBA55C1DE1}" type="presOf" srcId="{9119EABD-9424-4C62-82B2-614F8D952CE9}" destId="{58DBC993-0654-4115-B8FD-FCEE3F8C4071}" srcOrd="1" destOrd="0" presId="urn:microsoft.com/office/officeart/2005/8/layout/list1"/>
    <dgm:cxn modelId="{750FD5C2-55D1-49A7-86F8-E3CC31ED597F}" srcId="{D40B6849-52DF-4523-8A0E-B9577BE93EAD}" destId="{145AD3C8-BD7F-4714-B089-50EF63FDA7E3}" srcOrd="3" destOrd="0" parTransId="{0344C503-0C8E-4305-9CAB-7D88D154C3ED}" sibTransId="{EF32EC4A-73CC-4446-9AF3-E8545DDE1300}"/>
    <dgm:cxn modelId="{ECCDD9C8-6CC9-457E-8515-3BC80825D9EE}" type="presOf" srcId="{5D9A0396-B788-461E-97B7-A04E5ABD507C}" destId="{283B229C-0A91-4240-92DB-57F6371AE786}" srcOrd="0" destOrd="0" presId="urn:microsoft.com/office/officeart/2005/8/layout/list1"/>
    <dgm:cxn modelId="{016C62D6-F348-46A9-9B94-D01AE2DD166A}" srcId="{D40B6849-52DF-4523-8A0E-B9577BE93EAD}" destId="{6F3D0680-C667-4BB3-AB8A-631619473D8D}" srcOrd="5" destOrd="0" parTransId="{827D7FDB-6D2F-435C-9CE0-33274D4B02F8}" sibTransId="{6B770B3A-8253-4698-B1F3-AEF4CCB75B31}"/>
    <dgm:cxn modelId="{255BB2E0-385B-4E32-B0B5-1FF4767699FD}" type="presOf" srcId="{145AD3C8-BD7F-4714-B089-50EF63FDA7E3}" destId="{F91978B8-4159-48AD-B22D-D1A083A0E8C4}" srcOrd="1" destOrd="0" presId="urn:microsoft.com/office/officeart/2005/8/layout/list1"/>
    <dgm:cxn modelId="{5F8815F1-31FB-4FC3-AADE-AA56315151FB}" type="presOf" srcId="{5D9A0396-B788-461E-97B7-A04E5ABD507C}" destId="{462A70D2-2304-4D71-B5A3-3CA511D57B81}" srcOrd="1" destOrd="0" presId="urn:microsoft.com/office/officeart/2005/8/layout/list1"/>
    <dgm:cxn modelId="{C6A63EF1-B8E0-4C55-A775-349A69196631}" type="presOf" srcId="{9F453C8B-D430-47CD-AB05-94F080322C58}" destId="{B3F958B5-5257-4211-80AF-779A6279DC3B}" srcOrd="0" destOrd="0" presId="urn:microsoft.com/office/officeart/2005/8/layout/list1"/>
    <dgm:cxn modelId="{6CCD1AFA-861B-4C8E-9845-BE7FE09056A4}" srcId="{D40B6849-52DF-4523-8A0E-B9577BE93EAD}" destId="{9119EABD-9424-4C62-82B2-614F8D952CE9}" srcOrd="4" destOrd="0" parTransId="{598079F5-C6A9-4832-9930-FD9EA52B4226}" sibTransId="{11D7AB7E-1B77-4F3D-8EB0-3E01A4DC2901}"/>
    <dgm:cxn modelId="{5032892D-EB9E-40D5-ADF4-8F59BBE1ED5B}" type="presParOf" srcId="{3A9BAAE7-7EDE-43B7-BDFA-40FEE2CCEE00}" destId="{F5739532-4ADA-4E88-9D17-998A19F8F489}" srcOrd="0" destOrd="0" presId="urn:microsoft.com/office/officeart/2005/8/layout/list1"/>
    <dgm:cxn modelId="{6B6F9C72-99CE-4191-816E-F50EADE01355}" type="presParOf" srcId="{F5739532-4ADA-4E88-9D17-998A19F8F489}" destId="{B3F958B5-5257-4211-80AF-779A6279DC3B}" srcOrd="0" destOrd="0" presId="urn:microsoft.com/office/officeart/2005/8/layout/list1"/>
    <dgm:cxn modelId="{1770D4E7-2A0F-4080-A96B-1D6DC4F8CAE5}" type="presParOf" srcId="{F5739532-4ADA-4E88-9D17-998A19F8F489}" destId="{A97CF140-397A-45B6-8EE0-39BF76B226A3}" srcOrd="1" destOrd="0" presId="urn:microsoft.com/office/officeart/2005/8/layout/list1"/>
    <dgm:cxn modelId="{4097F26C-7472-4DA4-9FD4-DF08BEE8DCAF}" type="presParOf" srcId="{3A9BAAE7-7EDE-43B7-BDFA-40FEE2CCEE00}" destId="{C2625057-BA18-49C9-9307-5046AB21F1FE}" srcOrd="1" destOrd="0" presId="urn:microsoft.com/office/officeart/2005/8/layout/list1"/>
    <dgm:cxn modelId="{F2821DCF-3262-4D7A-9D32-AC4C809494DF}" type="presParOf" srcId="{3A9BAAE7-7EDE-43B7-BDFA-40FEE2CCEE00}" destId="{B5A7642E-EEC3-4DA0-8713-E50D2E76C222}" srcOrd="2" destOrd="0" presId="urn:microsoft.com/office/officeart/2005/8/layout/list1"/>
    <dgm:cxn modelId="{7EF41B3E-B51D-482F-B788-A00E7E325ED9}" type="presParOf" srcId="{3A9BAAE7-7EDE-43B7-BDFA-40FEE2CCEE00}" destId="{B2595B20-E6F6-4AE5-B77F-0975926B9BDA}" srcOrd="3" destOrd="0" presId="urn:microsoft.com/office/officeart/2005/8/layout/list1"/>
    <dgm:cxn modelId="{569A6FE9-DCFE-467E-9BD8-2651B7CB2394}" type="presParOf" srcId="{3A9BAAE7-7EDE-43B7-BDFA-40FEE2CCEE00}" destId="{5DC5B90D-21FB-443F-87DA-296900A7FF91}" srcOrd="4" destOrd="0" presId="urn:microsoft.com/office/officeart/2005/8/layout/list1"/>
    <dgm:cxn modelId="{025A3247-2166-458C-9C19-55654E6A6399}" type="presParOf" srcId="{5DC5B90D-21FB-443F-87DA-296900A7FF91}" destId="{0D0AA5E0-B0C4-4CCA-BAF7-D597D24E0CE2}" srcOrd="0" destOrd="0" presId="urn:microsoft.com/office/officeart/2005/8/layout/list1"/>
    <dgm:cxn modelId="{2933A8CD-40F0-4029-89C3-F9812A2657D6}" type="presParOf" srcId="{5DC5B90D-21FB-443F-87DA-296900A7FF91}" destId="{D8FDE2FF-1B56-4CCB-99A7-2F262F6ABE67}" srcOrd="1" destOrd="0" presId="urn:microsoft.com/office/officeart/2005/8/layout/list1"/>
    <dgm:cxn modelId="{F2B8BA8A-E736-409F-80D0-1A5DF6E43255}" type="presParOf" srcId="{3A9BAAE7-7EDE-43B7-BDFA-40FEE2CCEE00}" destId="{5D532A6C-4B28-4D58-8CC5-C88061A242CE}" srcOrd="5" destOrd="0" presId="urn:microsoft.com/office/officeart/2005/8/layout/list1"/>
    <dgm:cxn modelId="{ABC28412-A6D9-431C-B5FC-34C7D720DF0B}" type="presParOf" srcId="{3A9BAAE7-7EDE-43B7-BDFA-40FEE2CCEE00}" destId="{40DD867B-8956-428A-8AAA-A21157870487}" srcOrd="6" destOrd="0" presId="urn:microsoft.com/office/officeart/2005/8/layout/list1"/>
    <dgm:cxn modelId="{4AC47E89-2385-4CF6-8EAE-87182B3299B8}" type="presParOf" srcId="{3A9BAAE7-7EDE-43B7-BDFA-40FEE2CCEE00}" destId="{8B9479B5-C8C3-4411-B517-8D459A74015F}" srcOrd="7" destOrd="0" presId="urn:microsoft.com/office/officeart/2005/8/layout/list1"/>
    <dgm:cxn modelId="{1A73ABD6-387C-4C21-8991-3B796F2D30A0}" type="presParOf" srcId="{3A9BAAE7-7EDE-43B7-BDFA-40FEE2CCEE00}" destId="{E71684E6-50C5-4C2F-AF2F-FD7E0AEB388E}" srcOrd="8" destOrd="0" presId="urn:microsoft.com/office/officeart/2005/8/layout/list1"/>
    <dgm:cxn modelId="{39743E40-1CBF-4BBE-B768-A9FCBF0EC989}" type="presParOf" srcId="{E71684E6-50C5-4C2F-AF2F-FD7E0AEB388E}" destId="{283B229C-0A91-4240-92DB-57F6371AE786}" srcOrd="0" destOrd="0" presId="urn:microsoft.com/office/officeart/2005/8/layout/list1"/>
    <dgm:cxn modelId="{799E996E-04CA-4309-A015-47B123CE9186}" type="presParOf" srcId="{E71684E6-50C5-4C2F-AF2F-FD7E0AEB388E}" destId="{462A70D2-2304-4D71-B5A3-3CA511D57B81}" srcOrd="1" destOrd="0" presId="urn:microsoft.com/office/officeart/2005/8/layout/list1"/>
    <dgm:cxn modelId="{0212DDB5-71A9-4DA0-8A3C-87B69CDD52ED}" type="presParOf" srcId="{3A9BAAE7-7EDE-43B7-BDFA-40FEE2CCEE00}" destId="{4EC1DF52-67E6-4ED2-9F31-6CDD25EE6E0C}" srcOrd="9" destOrd="0" presId="urn:microsoft.com/office/officeart/2005/8/layout/list1"/>
    <dgm:cxn modelId="{23601270-547D-41A0-B58C-24F5DD986FFE}" type="presParOf" srcId="{3A9BAAE7-7EDE-43B7-BDFA-40FEE2CCEE00}" destId="{E8E5FDF6-EF4F-4A3E-95D3-4378374C5287}" srcOrd="10" destOrd="0" presId="urn:microsoft.com/office/officeart/2005/8/layout/list1"/>
    <dgm:cxn modelId="{E71D507C-268B-4757-AD43-D9CB1D17E435}" type="presParOf" srcId="{3A9BAAE7-7EDE-43B7-BDFA-40FEE2CCEE00}" destId="{BDF7ADD8-33E6-4417-B862-9826F8A592CE}" srcOrd="11" destOrd="0" presId="urn:microsoft.com/office/officeart/2005/8/layout/list1"/>
    <dgm:cxn modelId="{4F791F75-3F7B-490A-9E9D-D6B80096EC0E}" type="presParOf" srcId="{3A9BAAE7-7EDE-43B7-BDFA-40FEE2CCEE00}" destId="{3BC55723-45A8-43F2-810C-098FC0CBD2FB}" srcOrd="12" destOrd="0" presId="urn:microsoft.com/office/officeart/2005/8/layout/list1"/>
    <dgm:cxn modelId="{45484A69-87C4-4F7D-8EFB-E1266135324D}" type="presParOf" srcId="{3BC55723-45A8-43F2-810C-098FC0CBD2FB}" destId="{8381B84A-50AD-4B05-A26B-AC58E23F6599}" srcOrd="0" destOrd="0" presId="urn:microsoft.com/office/officeart/2005/8/layout/list1"/>
    <dgm:cxn modelId="{EA17DABF-A9DF-4D80-B3D9-A34B531AC572}" type="presParOf" srcId="{3BC55723-45A8-43F2-810C-098FC0CBD2FB}" destId="{F91978B8-4159-48AD-B22D-D1A083A0E8C4}" srcOrd="1" destOrd="0" presId="urn:microsoft.com/office/officeart/2005/8/layout/list1"/>
    <dgm:cxn modelId="{549B21F6-4905-4524-9F24-675DF960AAD3}" type="presParOf" srcId="{3A9BAAE7-7EDE-43B7-BDFA-40FEE2CCEE00}" destId="{8BB8D9E3-FF11-45D8-80F8-24CC6F05F86F}" srcOrd="13" destOrd="0" presId="urn:microsoft.com/office/officeart/2005/8/layout/list1"/>
    <dgm:cxn modelId="{44AA4B4C-4D30-42D6-AD15-EC562E93EA21}" type="presParOf" srcId="{3A9BAAE7-7EDE-43B7-BDFA-40FEE2CCEE00}" destId="{136DD605-2F80-4A13-A8BA-AB28EF6CC80F}" srcOrd="14" destOrd="0" presId="urn:microsoft.com/office/officeart/2005/8/layout/list1"/>
    <dgm:cxn modelId="{4E5EC5DC-7A0D-4E3F-91B3-198980E98D0E}" type="presParOf" srcId="{3A9BAAE7-7EDE-43B7-BDFA-40FEE2CCEE00}" destId="{04F8E0FA-8DE9-4F6A-AC3D-C148E6C8E25E}" srcOrd="15" destOrd="0" presId="urn:microsoft.com/office/officeart/2005/8/layout/list1"/>
    <dgm:cxn modelId="{06D68330-EDB6-4FE0-AFF0-57BFEC24F0D4}" type="presParOf" srcId="{3A9BAAE7-7EDE-43B7-BDFA-40FEE2CCEE00}" destId="{580F87A5-51F2-4E44-930A-B38343B54688}" srcOrd="16" destOrd="0" presId="urn:microsoft.com/office/officeart/2005/8/layout/list1"/>
    <dgm:cxn modelId="{696630CC-CE99-4055-976C-909292F05B89}" type="presParOf" srcId="{580F87A5-51F2-4E44-930A-B38343B54688}" destId="{AC9D53CD-3ECD-4B5F-8516-2FCBC1F7DB5D}" srcOrd="0" destOrd="0" presId="urn:microsoft.com/office/officeart/2005/8/layout/list1"/>
    <dgm:cxn modelId="{2ED2A0C4-CBE6-4FD6-B5D0-BA256866E930}" type="presParOf" srcId="{580F87A5-51F2-4E44-930A-B38343B54688}" destId="{58DBC993-0654-4115-B8FD-FCEE3F8C4071}" srcOrd="1" destOrd="0" presId="urn:microsoft.com/office/officeart/2005/8/layout/list1"/>
    <dgm:cxn modelId="{02BDD158-C937-48BA-BAD9-DA4738F1AA31}" type="presParOf" srcId="{3A9BAAE7-7EDE-43B7-BDFA-40FEE2CCEE00}" destId="{1F265C08-6E8E-4AA8-9F54-B1CD86D32B45}" srcOrd="17" destOrd="0" presId="urn:microsoft.com/office/officeart/2005/8/layout/list1"/>
    <dgm:cxn modelId="{9A7720F9-3F02-4746-828F-BBDC5FC6C4FF}" type="presParOf" srcId="{3A9BAAE7-7EDE-43B7-BDFA-40FEE2CCEE00}" destId="{01FD5995-3E5D-4EA1-B01B-DE9B0523D869}" srcOrd="18" destOrd="0" presId="urn:microsoft.com/office/officeart/2005/8/layout/list1"/>
    <dgm:cxn modelId="{B23EC974-EF3C-47D5-B289-23F2EF1F5315}" type="presParOf" srcId="{3A9BAAE7-7EDE-43B7-BDFA-40FEE2CCEE00}" destId="{128142F1-C6D0-497C-AAC0-99C53EFACA57}" srcOrd="19" destOrd="0" presId="urn:microsoft.com/office/officeart/2005/8/layout/list1"/>
    <dgm:cxn modelId="{5DDC8745-545F-4A52-B6B6-B93A7A0A3A9E}" type="presParOf" srcId="{3A9BAAE7-7EDE-43B7-BDFA-40FEE2CCEE00}" destId="{F379ED3A-3206-44F7-82E3-5487D39F86AD}" srcOrd="20" destOrd="0" presId="urn:microsoft.com/office/officeart/2005/8/layout/list1"/>
    <dgm:cxn modelId="{10E6B28C-9D68-439C-B81D-A33D693A3561}" type="presParOf" srcId="{F379ED3A-3206-44F7-82E3-5487D39F86AD}" destId="{32EAE77B-AD2B-465F-BE26-E6A3699141A0}" srcOrd="0" destOrd="0" presId="urn:microsoft.com/office/officeart/2005/8/layout/list1"/>
    <dgm:cxn modelId="{039F3531-1D33-45FA-AAC7-59848D0096FE}" type="presParOf" srcId="{F379ED3A-3206-44F7-82E3-5487D39F86AD}" destId="{28B3A67A-F8BD-425C-B672-9FFE4C6312CF}" srcOrd="1" destOrd="0" presId="urn:microsoft.com/office/officeart/2005/8/layout/list1"/>
    <dgm:cxn modelId="{67AC22E0-15B4-413F-9815-6297208D08FB}" type="presParOf" srcId="{3A9BAAE7-7EDE-43B7-BDFA-40FEE2CCEE00}" destId="{D546237B-3C7C-43E0-B52B-0D6F3457BE7A}" srcOrd="21" destOrd="0" presId="urn:microsoft.com/office/officeart/2005/8/layout/list1"/>
    <dgm:cxn modelId="{51C0F08C-B766-4152-BA38-E840EE09A0B6}" type="presParOf" srcId="{3A9BAAE7-7EDE-43B7-BDFA-40FEE2CCEE00}" destId="{7CF25C6E-8FE9-4D9E-8BA5-E088CC9C76CC}" srcOrd="22"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B7664E-39D7-48BE-94DD-C04AA03B6ADD}">
      <dsp:nvSpPr>
        <dsp:cNvPr id="0" name=""/>
        <dsp:cNvSpPr/>
      </dsp:nvSpPr>
      <dsp:spPr>
        <a:xfrm>
          <a:off x="3607" y="548665"/>
          <a:ext cx="1953214" cy="1171928"/>
        </a:xfrm>
        <a:prstGeom prst="rect">
          <a:avLst/>
        </a:prstGeom>
        <a:blipFill rotWithShape="1">
          <a:blip xmlns:r="http://schemas.openxmlformats.org/officeDocument/2006/relationships" r:embed="rId1">
            <a:duotone>
              <a:schemeClr val="accent2">
                <a:hueOff val="0"/>
                <a:satOff val="0"/>
                <a:lumOff val="0"/>
                <a:alphaOff val="0"/>
                <a:tint val="98000"/>
                <a:lumMod val="102000"/>
              </a:schemeClr>
              <a:schemeClr val="accent2">
                <a:hueOff val="0"/>
                <a:satOff val="0"/>
                <a:lumOff val="0"/>
                <a:alphaOff val="0"/>
                <a:shade val="98000"/>
                <a:lumMod val="98000"/>
              </a:schemeClr>
            </a:duotone>
          </a:blip>
          <a:tile tx="0" ty="0" sx="100000" sy="100000" flip="none" algn="tl"/>
        </a:blipFill>
        <a:ln>
          <a:noFill/>
        </a:ln>
        <a:effectLst>
          <a:innerShdw blurRad="63500" dist="25400" dir="13500000">
            <a:srgbClr val="000000">
              <a:alpha val="75000"/>
            </a:srgbClr>
          </a:innerShdw>
        </a:effectLst>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Introduction</a:t>
          </a:r>
        </a:p>
      </dsp:txBody>
      <dsp:txXfrm>
        <a:off x="3607" y="548665"/>
        <a:ext cx="1953214" cy="1171928"/>
      </dsp:txXfrm>
    </dsp:sp>
    <dsp:sp modelId="{C1D121F0-AADD-4260-9E17-8B17CE66641A}">
      <dsp:nvSpPr>
        <dsp:cNvPr id="0" name=""/>
        <dsp:cNvSpPr/>
      </dsp:nvSpPr>
      <dsp:spPr>
        <a:xfrm>
          <a:off x="2181656" y="529188"/>
          <a:ext cx="1953214" cy="1171928"/>
        </a:xfrm>
        <a:prstGeom prst="rect">
          <a:avLst/>
        </a:prstGeom>
        <a:blipFill rotWithShape="1">
          <a:blip xmlns:r="http://schemas.openxmlformats.org/officeDocument/2006/relationships" r:embed="rId1">
            <a:duotone>
              <a:schemeClr val="accent2">
                <a:hueOff val="0"/>
                <a:satOff val="0"/>
                <a:lumOff val="0"/>
                <a:alphaOff val="0"/>
                <a:tint val="98000"/>
                <a:lumMod val="102000"/>
              </a:schemeClr>
              <a:schemeClr val="accent2">
                <a:hueOff val="0"/>
                <a:satOff val="0"/>
                <a:lumOff val="0"/>
                <a:alphaOff val="0"/>
                <a:shade val="98000"/>
                <a:lumMod val="98000"/>
              </a:schemeClr>
            </a:duotone>
          </a:blip>
          <a:tile tx="0" ty="0" sx="100000" sy="100000" flip="none" algn="tl"/>
        </a:blipFill>
        <a:ln>
          <a:noFill/>
        </a:ln>
        <a:effectLst>
          <a:innerShdw blurRad="63500" dist="25400" dir="13500000">
            <a:srgbClr val="000000">
              <a:alpha val="75000"/>
            </a:srgbClr>
          </a:innerShdw>
        </a:effectLst>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Importance of Project Management</a:t>
          </a:r>
        </a:p>
      </dsp:txBody>
      <dsp:txXfrm>
        <a:off x="2181656" y="529188"/>
        <a:ext cx="1953214" cy="1171928"/>
      </dsp:txXfrm>
    </dsp:sp>
    <dsp:sp modelId="{9C9FD765-9264-4CB3-BC7E-93A4899C266B}">
      <dsp:nvSpPr>
        <dsp:cNvPr id="0" name=""/>
        <dsp:cNvSpPr/>
      </dsp:nvSpPr>
      <dsp:spPr>
        <a:xfrm>
          <a:off x="4300679" y="548665"/>
          <a:ext cx="1953214" cy="1171928"/>
        </a:xfrm>
        <a:prstGeom prst="rect">
          <a:avLst/>
        </a:prstGeom>
        <a:blipFill rotWithShape="1">
          <a:blip xmlns:r="http://schemas.openxmlformats.org/officeDocument/2006/relationships" r:embed="rId1">
            <a:duotone>
              <a:schemeClr val="accent2">
                <a:hueOff val="0"/>
                <a:satOff val="0"/>
                <a:lumOff val="0"/>
                <a:alphaOff val="0"/>
                <a:tint val="98000"/>
                <a:lumMod val="102000"/>
              </a:schemeClr>
              <a:schemeClr val="accent2">
                <a:hueOff val="0"/>
                <a:satOff val="0"/>
                <a:lumOff val="0"/>
                <a:alphaOff val="0"/>
                <a:shade val="98000"/>
                <a:lumMod val="98000"/>
              </a:schemeClr>
            </a:duotone>
          </a:blip>
          <a:tile tx="0" ty="0" sx="100000" sy="100000" flip="none" algn="tl"/>
        </a:blipFill>
        <a:ln>
          <a:noFill/>
        </a:ln>
        <a:effectLst>
          <a:innerShdw blurRad="63500" dist="25400" dir="13500000">
            <a:srgbClr val="000000">
              <a:alpha val="75000"/>
            </a:srgbClr>
          </a:innerShdw>
        </a:effectLst>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Project Management Plan</a:t>
          </a:r>
        </a:p>
      </dsp:txBody>
      <dsp:txXfrm>
        <a:off x="4300679" y="548665"/>
        <a:ext cx="1953214" cy="1171928"/>
      </dsp:txXfrm>
    </dsp:sp>
    <dsp:sp modelId="{B9D3F364-4E75-44D4-B28C-2984ACFB3D4F}">
      <dsp:nvSpPr>
        <dsp:cNvPr id="0" name=""/>
        <dsp:cNvSpPr/>
      </dsp:nvSpPr>
      <dsp:spPr>
        <a:xfrm>
          <a:off x="6449215" y="548665"/>
          <a:ext cx="1953214" cy="1171928"/>
        </a:xfrm>
        <a:prstGeom prst="rect">
          <a:avLst/>
        </a:prstGeom>
        <a:blipFill rotWithShape="1">
          <a:blip xmlns:r="http://schemas.openxmlformats.org/officeDocument/2006/relationships" r:embed="rId1">
            <a:duotone>
              <a:schemeClr val="accent2">
                <a:hueOff val="0"/>
                <a:satOff val="0"/>
                <a:lumOff val="0"/>
                <a:alphaOff val="0"/>
                <a:tint val="98000"/>
                <a:lumMod val="102000"/>
              </a:schemeClr>
              <a:schemeClr val="accent2">
                <a:hueOff val="0"/>
                <a:satOff val="0"/>
                <a:lumOff val="0"/>
                <a:alphaOff val="0"/>
                <a:shade val="98000"/>
                <a:lumMod val="98000"/>
              </a:schemeClr>
            </a:duotone>
          </a:blip>
          <a:tile tx="0" ty="0" sx="100000" sy="100000" flip="none" algn="tl"/>
        </a:blipFill>
        <a:ln>
          <a:noFill/>
        </a:ln>
        <a:effectLst>
          <a:innerShdw blurRad="63500" dist="25400" dir="13500000">
            <a:srgbClr val="000000">
              <a:alpha val="75000"/>
            </a:srgbClr>
          </a:innerShdw>
        </a:effectLst>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Project Management Methodologies</a:t>
          </a:r>
        </a:p>
      </dsp:txBody>
      <dsp:txXfrm>
        <a:off x="6449215" y="548665"/>
        <a:ext cx="1953214" cy="1171928"/>
      </dsp:txXfrm>
    </dsp:sp>
    <dsp:sp modelId="{6FA4E34D-740E-4BE5-A6DE-C7C780E56D33}">
      <dsp:nvSpPr>
        <dsp:cNvPr id="0" name=""/>
        <dsp:cNvSpPr/>
      </dsp:nvSpPr>
      <dsp:spPr>
        <a:xfrm>
          <a:off x="8597751" y="548665"/>
          <a:ext cx="1953214" cy="1171928"/>
        </a:xfrm>
        <a:prstGeom prst="rect">
          <a:avLst/>
        </a:prstGeom>
        <a:blipFill rotWithShape="1">
          <a:blip xmlns:r="http://schemas.openxmlformats.org/officeDocument/2006/relationships" r:embed="rId1">
            <a:duotone>
              <a:schemeClr val="accent2">
                <a:hueOff val="0"/>
                <a:satOff val="0"/>
                <a:lumOff val="0"/>
                <a:alphaOff val="0"/>
                <a:tint val="98000"/>
                <a:lumMod val="102000"/>
              </a:schemeClr>
              <a:schemeClr val="accent2">
                <a:hueOff val="0"/>
                <a:satOff val="0"/>
                <a:lumOff val="0"/>
                <a:alphaOff val="0"/>
                <a:shade val="98000"/>
                <a:lumMod val="98000"/>
              </a:schemeClr>
            </a:duotone>
          </a:blip>
          <a:tile tx="0" ty="0" sx="100000" sy="100000" flip="none" algn="tl"/>
        </a:blipFill>
        <a:ln>
          <a:noFill/>
        </a:ln>
        <a:effectLst>
          <a:innerShdw blurRad="63500" dist="25400" dir="13500000">
            <a:srgbClr val="000000">
              <a:alpha val="75000"/>
            </a:srgbClr>
          </a:innerShdw>
        </a:effectLst>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Project Management Knowledge Areas</a:t>
          </a:r>
        </a:p>
      </dsp:txBody>
      <dsp:txXfrm>
        <a:off x="8597751" y="548665"/>
        <a:ext cx="1953214" cy="1171928"/>
      </dsp:txXfrm>
    </dsp:sp>
    <dsp:sp modelId="{87388587-AB35-441B-A6DE-705E5A1E55B9}">
      <dsp:nvSpPr>
        <dsp:cNvPr id="0" name=""/>
        <dsp:cNvSpPr/>
      </dsp:nvSpPr>
      <dsp:spPr>
        <a:xfrm>
          <a:off x="3607" y="1915916"/>
          <a:ext cx="1953214" cy="1171928"/>
        </a:xfrm>
        <a:prstGeom prst="rect">
          <a:avLst/>
        </a:prstGeom>
        <a:blipFill rotWithShape="1">
          <a:blip xmlns:r="http://schemas.openxmlformats.org/officeDocument/2006/relationships" r:embed="rId1">
            <a:duotone>
              <a:schemeClr val="accent2">
                <a:hueOff val="0"/>
                <a:satOff val="0"/>
                <a:lumOff val="0"/>
                <a:alphaOff val="0"/>
                <a:tint val="98000"/>
                <a:lumMod val="102000"/>
              </a:schemeClr>
              <a:schemeClr val="accent2">
                <a:hueOff val="0"/>
                <a:satOff val="0"/>
                <a:lumOff val="0"/>
                <a:alphaOff val="0"/>
                <a:shade val="98000"/>
                <a:lumMod val="98000"/>
              </a:schemeClr>
            </a:duotone>
          </a:blip>
          <a:tile tx="0" ty="0" sx="100000" sy="100000" flip="none" algn="tl"/>
        </a:blipFill>
        <a:ln>
          <a:noFill/>
        </a:ln>
        <a:effectLst>
          <a:innerShdw blurRad="63500" dist="25400" dir="13500000">
            <a:srgbClr val="000000">
              <a:alpha val="75000"/>
            </a:srgbClr>
          </a:innerShdw>
        </a:effectLst>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Phases of Project Management</a:t>
          </a:r>
        </a:p>
      </dsp:txBody>
      <dsp:txXfrm>
        <a:off x="3607" y="1915916"/>
        <a:ext cx="1953214" cy="1171928"/>
      </dsp:txXfrm>
    </dsp:sp>
    <dsp:sp modelId="{EFCCBA63-65A0-4E6C-AABD-9AE31730EFA8}">
      <dsp:nvSpPr>
        <dsp:cNvPr id="0" name=""/>
        <dsp:cNvSpPr/>
      </dsp:nvSpPr>
      <dsp:spPr>
        <a:xfrm>
          <a:off x="2152143" y="1915916"/>
          <a:ext cx="1953214" cy="1171928"/>
        </a:xfrm>
        <a:prstGeom prst="rect">
          <a:avLst/>
        </a:prstGeom>
        <a:blipFill rotWithShape="1">
          <a:blip xmlns:r="http://schemas.openxmlformats.org/officeDocument/2006/relationships" r:embed="rId1">
            <a:duotone>
              <a:schemeClr val="accent2">
                <a:hueOff val="0"/>
                <a:satOff val="0"/>
                <a:lumOff val="0"/>
                <a:alphaOff val="0"/>
                <a:tint val="98000"/>
                <a:lumMod val="102000"/>
              </a:schemeClr>
              <a:schemeClr val="accent2">
                <a:hueOff val="0"/>
                <a:satOff val="0"/>
                <a:lumOff val="0"/>
                <a:alphaOff val="0"/>
                <a:shade val="98000"/>
                <a:lumMod val="98000"/>
              </a:schemeClr>
            </a:duotone>
          </a:blip>
          <a:tile tx="0" ty="0" sx="100000" sy="100000" flip="none" algn="tl"/>
        </a:blipFill>
        <a:ln>
          <a:noFill/>
        </a:ln>
        <a:effectLst>
          <a:innerShdw blurRad="63500" dist="25400" dir="13500000">
            <a:srgbClr val="000000">
              <a:alpha val="75000"/>
            </a:srgbClr>
          </a:innerShdw>
        </a:effectLst>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Project Management Reports</a:t>
          </a:r>
        </a:p>
      </dsp:txBody>
      <dsp:txXfrm>
        <a:off x="2152143" y="1915916"/>
        <a:ext cx="1953214" cy="1171928"/>
      </dsp:txXfrm>
    </dsp:sp>
    <dsp:sp modelId="{66916342-5F3D-466A-AAAD-605F7FBF6989}">
      <dsp:nvSpPr>
        <dsp:cNvPr id="0" name=""/>
        <dsp:cNvSpPr/>
      </dsp:nvSpPr>
      <dsp:spPr>
        <a:xfrm>
          <a:off x="4300679" y="1915916"/>
          <a:ext cx="1953214" cy="1171928"/>
        </a:xfrm>
        <a:prstGeom prst="rect">
          <a:avLst/>
        </a:prstGeom>
        <a:blipFill rotWithShape="1">
          <a:blip xmlns:r="http://schemas.openxmlformats.org/officeDocument/2006/relationships" r:embed="rId1">
            <a:duotone>
              <a:schemeClr val="accent2">
                <a:hueOff val="0"/>
                <a:satOff val="0"/>
                <a:lumOff val="0"/>
                <a:alphaOff val="0"/>
                <a:tint val="98000"/>
                <a:lumMod val="102000"/>
              </a:schemeClr>
              <a:schemeClr val="accent2">
                <a:hueOff val="0"/>
                <a:satOff val="0"/>
                <a:lumOff val="0"/>
                <a:alphaOff val="0"/>
                <a:shade val="98000"/>
                <a:lumMod val="98000"/>
              </a:schemeClr>
            </a:duotone>
          </a:blip>
          <a:tile tx="0" ty="0" sx="100000" sy="100000" flip="none" algn="tl"/>
        </a:blipFill>
        <a:ln>
          <a:noFill/>
        </a:ln>
        <a:effectLst>
          <a:innerShdw blurRad="63500" dist="25400" dir="13500000">
            <a:srgbClr val="000000">
              <a:alpha val="75000"/>
            </a:srgbClr>
          </a:innerShdw>
        </a:effectLst>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Project Management Tools</a:t>
          </a:r>
        </a:p>
      </dsp:txBody>
      <dsp:txXfrm>
        <a:off x="4300679" y="1915916"/>
        <a:ext cx="1953214" cy="1171928"/>
      </dsp:txXfrm>
    </dsp:sp>
    <dsp:sp modelId="{3E3A2932-2266-4665-A490-05AEFC54EFF5}">
      <dsp:nvSpPr>
        <dsp:cNvPr id="0" name=""/>
        <dsp:cNvSpPr/>
      </dsp:nvSpPr>
      <dsp:spPr>
        <a:xfrm>
          <a:off x="6449215" y="1915916"/>
          <a:ext cx="1953214" cy="1171928"/>
        </a:xfrm>
        <a:prstGeom prst="rect">
          <a:avLst/>
        </a:prstGeom>
        <a:blipFill rotWithShape="1">
          <a:blip xmlns:r="http://schemas.openxmlformats.org/officeDocument/2006/relationships" r:embed="rId1">
            <a:duotone>
              <a:schemeClr val="accent2">
                <a:hueOff val="0"/>
                <a:satOff val="0"/>
                <a:lumOff val="0"/>
                <a:alphaOff val="0"/>
                <a:tint val="98000"/>
                <a:lumMod val="102000"/>
              </a:schemeClr>
              <a:schemeClr val="accent2">
                <a:hueOff val="0"/>
                <a:satOff val="0"/>
                <a:lumOff val="0"/>
                <a:alphaOff val="0"/>
                <a:shade val="98000"/>
                <a:lumMod val="98000"/>
              </a:schemeClr>
            </a:duotone>
          </a:blip>
          <a:tile tx="0" ty="0" sx="100000" sy="100000" flip="none" algn="tl"/>
        </a:blipFill>
        <a:ln>
          <a:noFill/>
        </a:ln>
        <a:effectLst>
          <a:innerShdw blurRad="63500" dist="25400" dir="13500000">
            <a:srgbClr val="000000">
              <a:alpha val="75000"/>
            </a:srgbClr>
          </a:innerShdw>
        </a:effectLst>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JIRA</a:t>
          </a:r>
        </a:p>
      </dsp:txBody>
      <dsp:txXfrm>
        <a:off x="6449215" y="1915916"/>
        <a:ext cx="1953214" cy="1171928"/>
      </dsp:txXfrm>
    </dsp:sp>
    <dsp:sp modelId="{0BC04C78-769C-43A6-BA18-0809FC817222}">
      <dsp:nvSpPr>
        <dsp:cNvPr id="0" name=""/>
        <dsp:cNvSpPr/>
      </dsp:nvSpPr>
      <dsp:spPr>
        <a:xfrm>
          <a:off x="8601359" y="1925444"/>
          <a:ext cx="1953214" cy="1171928"/>
        </a:xfrm>
        <a:prstGeom prst="rect">
          <a:avLst/>
        </a:prstGeom>
        <a:blipFill rotWithShape="1">
          <a:blip xmlns:r="http://schemas.openxmlformats.org/officeDocument/2006/relationships" r:embed="rId1">
            <a:duotone>
              <a:schemeClr val="accent2">
                <a:hueOff val="0"/>
                <a:satOff val="0"/>
                <a:lumOff val="0"/>
                <a:alphaOff val="0"/>
                <a:tint val="98000"/>
                <a:lumMod val="102000"/>
              </a:schemeClr>
              <a:schemeClr val="accent2">
                <a:hueOff val="0"/>
                <a:satOff val="0"/>
                <a:lumOff val="0"/>
                <a:alphaOff val="0"/>
                <a:shade val="98000"/>
                <a:lumMod val="98000"/>
              </a:schemeClr>
            </a:duotone>
          </a:blip>
          <a:tile tx="0" ty="0" sx="100000" sy="100000" flip="none" algn="tl"/>
        </a:blipFill>
        <a:ln>
          <a:noFill/>
        </a:ln>
        <a:effectLst>
          <a:innerShdw blurRad="63500" dist="25400" dir="13500000">
            <a:srgbClr val="000000">
              <a:alpha val="75000"/>
            </a:srgbClr>
          </a:innerShdw>
        </a:effectLst>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CONCLUSION</a:t>
          </a:r>
        </a:p>
      </dsp:txBody>
      <dsp:txXfrm>
        <a:off x="8601359" y="1925444"/>
        <a:ext cx="1953214" cy="117192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54406EC-9110-4870-A1F7-7FBD257F3D9B}">
      <dsp:nvSpPr>
        <dsp:cNvPr id="0" name=""/>
        <dsp:cNvSpPr/>
      </dsp:nvSpPr>
      <dsp:spPr>
        <a:xfrm>
          <a:off x="0" y="13640"/>
          <a:ext cx="5728344" cy="663708"/>
        </a:xfrm>
        <a:prstGeom prst="roundRect">
          <a:avLst/>
        </a:prstGeom>
        <a:blipFill rotWithShape="1">
          <a:blip xmlns:r="http://schemas.openxmlformats.org/officeDocument/2006/relationships" r:embed="rId1">
            <a:duotone>
              <a:schemeClr val="accent5">
                <a:hueOff val="0"/>
                <a:satOff val="0"/>
                <a:lumOff val="0"/>
                <a:alphaOff val="0"/>
                <a:tint val="98000"/>
                <a:lumMod val="102000"/>
              </a:schemeClr>
              <a:schemeClr val="accent5">
                <a:hueOff val="0"/>
                <a:satOff val="0"/>
                <a:lumOff val="0"/>
                <a:alphaOff val="0"/>
                <a:shade val="98000"/>
                <a:lumMod val="98000"/>
              </a:schemeClr>
            </a:duotone>
          </a:blip>
          <a:tile tx="0" ty="0" sx="100000" sy="100000" flip="none" algn="tl"/>
        </a:blip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Project Overview</a:t>
          </a:r>
        </a:p>
      </dsp:txBody>
      <dsp:txXfrm>
        <a:off x="32400" y="46040"/>
        <a:ext cx="5663544" cy="598908"/>
      </dsp:txXfrm>
    </dsp:sp>
    <dsp:sp modelId="{7CE7D88E-177F-4BFA-A5CD-F66678555C5A}">
      <dsp:nvSpPr>
        <dsp:cNvPr id="0" name=""/>
        <dsp:cNvSpPr/>
      </dsp:nvSpPr>
      <dsp:spPr>
        <a:xfrm>
          <a:off x="0" y="789669"/>
          <a:ext cx="5728344" cy="730080"/>
        </a:xfrm>
        <a:prstGeom prst="roundRect">
          <a:avLst/>
        </a:prstGeom>
        <a:blipFill rotWithShape="1">
          <a:blip xmlns:r="http://schemas.openxmlformats.org/officeDocument/2006/relationships" r:embed="rId1">
            <a:duotone>
              <a:schemeClr val="accent5">
                <a:hueOff val="4159237"/>
                <a:satOff val="-114"/>
                <a:lumOff val="-628"/>
                <a:alphaOff val="0"/>
                <a:tint val="98000"/>
                <a:lumMod val="102000"/>
              </a:schemeClr>
              <a:schemeClr val="accent5">
                <a:hueOff val="4159237"/>
                <a:satOff val="-114"/>
                <a:lumOff val="-628"/>
                <a:alphaOff val="0"/>
                <a:shade val="98000"/>
                <a:lumMod val="98000"/>
              </a:schemeClr>
            </a:duotone>
          </a:blip>
          <a:tile tx="0" ty="0" sx="100000" sy="100000" flip="none" algn="tl"/>
        </a:blip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Project Scope</a:t>
          </a:r>
        </a:p>
      </dsp:txBody>
      <dsp:txXfrm>
        <a:off x="35640" y="825309"/>
        <a:ext cx="5657064" cy="658800"/>
      </dsp:txXfrm>
    </dsp:sp>
    <dsp:sp modelId="{A36ECCD1-5259-4550-8797-9CB0A46D3465}">
      <dsp:nvSpPr>
        <dsp:cNvPr id="0" name=""/>
        <dsp:cNvSpPr/>
      </dsp:nvSpPr>
      <dsp:spPr>
        <a:xfrm>
          <a:off x="0" y="1632069"/>
          <a:ext cx="5728344" cy="730080"/>
        </a:xfrm>
        <a:prstGeom prst="roundRect">
          <a:avLst/>
        </a:prstGeom>
        <a:blipFill rotWithShape="1">
          <a:blip xmlns:r="http://schemas.openxmlformats.org/officeDocument/2006/relationships" r:embed="rId1">
            <a:duotone>
              <a:schemeClr val="accent5">
                <a:hueOff val="8318473"/>
                <a:satOff val="-227"/>
                <a:lumOff val="-1255"/>
                <a:alphaOff val="0"/>
                <a:tint val="98000"/>
                <a:lumMod val="102000"/>
              </a:schemeClr>
              <a:schemeClr val="accent5">
                <a:hueOff val="8318473"/>
                <a:satOff val="-227"/>
                <a:lumOff val="-1255"/>
                <a:alphaOff val="0"/>
                <a:shade val="98000"/>
                <a:lumMod val="98000"/>
              </a:schemeClr>
            </a:duotone>
          </a:blip>
          <a:tile tx="0" ty="0" sx="100000" sy="100000" flip="none" algn="tl"/>
        </a:blip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Project Schedule</a:t>
          </a:r>
        </a:p>
      </dsp:txBody>
      <dsp:txXfrm>
        <a:off x="35640" y="1667709"/>
        <a:ext cx="5657064" cy="658800"/>
      </dsp:txXfrm>
    </dsp:sp>
    <dsp:sp modelId="{B574E16E-88C9-4B9C-B5E8-717CE1163E4C}">
      <dsp:nvSpPr>
        <dsp:cNvPr id="0" name=""/>
        <dsp:cNvSpPr/>
      </dsp:nvSpPr>
      <dsp:spPr>
        <a:xfrm>
          <a:off x="0" y="2476310"/>
          <a:ext cx="5728344" cy="730080"/>
        </a:xfrm>
        <a:prstGeom prst="roundRect">
          <a:avLst/>
        </a:prstGeom>
        <a:blipFill rotWithShape="1">
          <a:blip xmlns:r="http://schemas.openxmlformats.org/officeDocument/2006/relationships" r:embed="rId1">
            <a:duotone>
              <a:schemeClr val="accent5">
                <a:hueOff val="12477710"/>
                <a:satOff val="-341"/>
                <a:lumOff val="-1883"/>
                <a:alphaOff val="0"/>
                <a:tint val="98000"/>
                <a:lumMod val="102000"/>
              </a:schemeClr>
              <a:schemeClr val="accent5">
                <a:hueOff val="12477710"/>
                <a:satOff val="-341"/>
                <a:lumOff val="-1883"/>
                <a:alphaOff val="0"/>
                <a:shade val="98000"/>
                <a:lumMod val="98000"/>
              </a:schemeClr>
            </a:duotone>
          </a:blip>
          <a:tile tx="0" ty="0" sx="100000" sy="100000" flip="none" algn="tl"/>
        </a:blip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Project Resources</a:t>
          </a:r>
        </a:p>
      </dsp:txBody>
      <dsp:txXfrm>
        <a:off x="35640" y="2511950"/>
        <a:ext cx="5657064" cy="658800"/>
      </dsp:txXfrm>
    </dsp:sp>
    <dsp:sp modelId="{8C5E6559-F7AA-47FE-AD60-1310BD37CB25}">
      <dsp:nvSpPr>
        <dsp:cNvPr id="0" name=""/>
        <dsp:cNvSpPr/>
      </dsp:nvSpPr>
      <dsp:spPr>
        <a:xfrm>
          <a:off x="0" y="3316869"/>
          <a:ext cx="5728344" cy="730080"/>
        </a:xfrm>
        <a:prstGeom prst="roundRect">
          <a:avLst/>
        </a:prstGeom>
        <a:blipFill rotWithShape="1">
          <a:blip xmlns:r="http://schemas.openxmlformats.org/officeDocument/2006/relationships" r:embed="rId1">
            <a:duotone>
              <a:schemeClr val="accent5">
                <a:hueOff val="16636946"/>
                <a:satOff val="-454"/>
                <a:lumOff val="-2510"/>
                <a:alphaOff val="0"/>
                <a:tint val="98000"/>
                <a:lumMod val="102000"/>
              </a:schemeClr>
              <a:schemeClr val="accent5">
                <a:hueOff val="16636946"/>
                <a:satOff val="-454"/>
                <a:lumOff val="-2510"/>
                <a:alphaOff val="0"/>
                <a:shade val="98000"/>
                <a:lumMod val="98000"/>
              </a:schemeClr>
            </a:duotone>
          </a:blip>
          <a:tile tx="0" ty="0" sx="100000" sy="100000" flip="none" algn="tl"/>
        </a:blip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Project Budget</a:t>
          </a:r>
        </a:p>
      </dsp:txBody>
      <dsp:txXfrm>
        <a:off x="35640" y="3352509"/>
        <a:ext cx="5657064" cy="658800"/>
      </dsp:txXfrm>
    </dsp:sp>
    <dsp:sp modelId="{BAD711E8-5C35-4DE0-86D4-9C1AF6D34055}">
      <dsp:nvSpPr>
        <dsp:cNvPr id="0" name=""/>
        <dsp:cNvSpPr/>
      </dsp:nvSpPr>
      <dsp:spPr>
        <a:xfrm>
          <a:off x="0" y="4159269"/>
          <a:ext cx="5728344" cy="730080"/>
        </a:xfrm>
        <a:prstGeom prst="roundRect">
          <a:avLst/>
        </a:prstGeom>
        <a:blipFill rotWithShape="1">
          <a:blip xmlns:r="http://schemas.openxmlformats.org/officeDocument/2006/relationships" r:embed="rId1">
            <a:duotone>
              <a:schemeClr val="accent5">
                <a:hueOff val="20796183"/>
                <a:satOff val="-568"/>
                <a:lumOff val="-3138"/>
                <a:alphaOff val="0"/>
                <a:tint val="98000"/>
                <a:lumMod val="102000"/>
              </a:schemeClr>
              <a:schemeClr val="accent5">
                <a:hueOff val="20796183"/>
                <a:satOff val="-568"/>
                <a:lumOff val="-3138"/>
                <a:alphaOff val="0"/>
                <a:shade val="98000"/>
                <a:lumMod val="98000"/>
              </a:schemeClr>
            </a:duotone>
          </a:blip>
          <a:tile tx="0" ty="0" sx="100000" sy="100000" flip="none" algn="tl"/>
        </a:blip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Communication Plan</a:t>
          </a:r>
        </a:p>
      </dsp:txBody>
      <dsp:txXfrm>
        <a:off x="35640" y="4194909"/>
        <a:ext cx="5657064" cy="6588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A4AB677-6848-412E-8592-8B164956C168}">
      <dsp:nvSpPr>
        <dsp:cNvPr id="0" name=""/>
        <dsp:cNvSpPr/>
      </dsp:nvSpPr>
      <dsp:spPr>
        <a:xfrm>
          <a:off x="3607" y="385923"/>
          <a:ext cx="1953052" cy="1171831"/>
        </a:xfrm>
        <a:prstGeom prst="rect">
          <a:avLst/>
        </a:prstGeom>
        <a:solidFill>
          <a:schemeClr val="accent2">
            <a:hueOff val="0"/>
            <a:satOff val="0"/>
            <a:lumOff val="0"/>
            <a:alphaOff val="0"/>
          </a:schemeClr>
        </a:solidFill>
        <a:ln w="25400"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Integration Management</a:t>
          </a:r>
        </a:p>
      </dsp:txBody>
      <dsp:txXfrm>
        <a:off x="3607" y="385923"/>
        <a:ext cx="1953052" cy="1171831"/>
      </dsp:txXfrm>
    </dsp:sp>
    <dsp:sp modelId="{176248A9-0479-4FCD-97D5-32A9A741CC4C}">
      <dsp:nvSpPr>
        <dsp:cNvPr id="0" name=""/>
        <dsp:cNvSpPr/>
      </dsp:nvSpPr>
      <dsp:spPr>
        <a:xfrm>
          <a:off x="2151965" y="385923"/>
          <a:ext cx="1953052" cy="1171831"/>
        </a:xfrm>
        <a:prstGeom prst="rect">
          <a:avLst/>
        </a:prstGeom>
        <a:solidFill>
          <a:schemeClr val="accent3">
            <a:hueOff val="0"/>
            <a:satOff val="0"/>
            <a:lumOff val="0"/>
            <a:alphaOff val="0"/>
          </a:schemeClr>
        </a:solidFill>
        <a:ln w="25400"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Scope Management</a:t>
          </a:r>
        </a:p>
      </dsp:txBody>
      <dsp:txXfrm>
        <a:off x="2151965" y="385923"/>
        <a:ext cx="1953052" cy="1171831"/>
      </dsp:txXfrm>
    </dsp:sp>
    <dsp:sp modelId="{D95C0E44-F9CF-42A9-B2AB-0FAE2E69B050}">
      <dsp:nvSpPr>
        <dsp:cNvPr id="0" name=""/>
        <dsp:cNvSpPr/>
      </dsp:nvSpPr>
      <dsp:spPr>
        <a:xfrm>
          <a:off x="4300323" y="385923"/>
          <a:ext cx="1953052" cy="1171831"/>
        </a:xfrm>
        <a:prstGeom prst="rect">
          <a:avLst/>
        </a:prstGeom>
        <a:solidFill>
          <a:schemeClr val="accent4">
            <a:hueOff val="0"/>
            <a:satOff val="0"/>
            <a:lumOff val="0"/>
            <a:alphaOff val="0"/>
          </a:schemeClr>
        </a:solidFill>
        <a:ln w="25400"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Schedule Management</a:t>
          </a:r>
        </a:p>
      </dsp:txBody>
      <dsp:txXfrm>
        <a:off x="4300323" y="385923"/>
        <a:ext cx="1953052" cy="1171831"/>
      </dsp:txXfrm>
    </dsp:sp>
    <dsp:sp modelId="{69F2791B-6EA7-4E12-BE7C-79362675E6E8}">
      <dsp:nvSpPr>
        <dsp:cNvPr id="0" name=""/>
        <dsp:cNvSpPr/>
      </dsp:nvSpPr>
      <dsp:spPr>
        <a:xfrm>
          <a:off x="6448681" y="385923"/>
          <a:ext cx="1953052" cy="1171831"/>
        </a:xfrm>
        <a:prstGeom prst="rect">
          <a:avLst/>
        </a:prstGeom>
        <a:solidFill>
          <a:schemeClr val="accent5">
            <a:hueOff val="0"/>
            <a:satOff val="0"/>
            <a:lumOff val="0"/>
            <a:alphaOff val="0"/>
          </a:schemeClr>
        </a:solidFill>
        <a:ln w="25400"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Cost Management</a:t>
          </a:r>
        </a:p>
      </dsp:txBody>
      <dsp:txXfrm>
        <a:off x="6448681" y="385923"/>
        <a:ext cx="1953052" cy="1171831"/>
      </dsp:txXfrm>
    </dsp:sp>
    <dsp:sp modelId="{53F0FC31-4F4B-4A0C-9517-B0C71183629E}">
      <dsp:nvSpPr>
        <dsp:cNvPr id="0" name=""/>
        <dsp:cNvSpPr/>
      </dsp:nvSpPr>
      <dsp:spPr>
        <a:xfrm>
          <a:off x="8597039" y="385923"/>
          <a:ext cx="1953052" cy="1171831"/>
        </a:xfrm>
        <a:prstGeom prst="rect">
          <a:avLst/>
        </a:prstGeom>
        <a:solidFill>
          <a:schemeClr val="accent6">
            <a:hueOff val="0"/>
            <a:satOff val="0"/>
            <a:lumOff val="0"/>
            <a:alphaOff val="0"/>
          </a:schemeClr>
        </a:solidFill>
        <a:ln w="25400"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Quality Management</a:t>
          </a:r>
        </a:p>
      </dsp:txBody>
      <dsp:txXfrm>
        <a:off x="8597039" y="385923"/>
        <a:ext cx="1953052" cy="1171831"/>
      </dsp:txXfrm>
    </dsp:sp>
    <dsp:sp modelId="{5A906F80-C091-4D71-8F3E-F6357176B5C6}">
      <dsp:nvSpPr>
        <dsp:cNvPr id="0" name=""/>
        <dsp:cNvSpPr/>
      </dsp:nvSpPr>
      <dsp:spPr>
        <a:xfrm>
          <a:off x="3607" y="1753060"/>
          <a:ext cx="1953052" cy="1171831"/>
        </a:xfrm>
        <a:prstGeom prst="rect">
          <a:avLst/>
        </a:prstGeom>
        <a:solidFill>
          <a:schemeClr val="accent2">
            <a:hueOff val="0"/>
            <a:satOff val="0"/>
            <a:lumOff val="0"/>
            <a:alphaOff val="0"/>
          </a:schemeClr>
        </a:solidFill>
        <a:ln w="25400"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Resource Management</a:t>
          </a:r>
        </a:p>
      </dsp:txBody>
      <dsp:txXfrm>
        <a:off x="3607" y="1753060"/>
        <a:ext cx="1953052" cy="1171831"/>
      </dsp:txXfrm>
    </dsp:sp>
    <dsp:sp modelId="{630F2AC5-EC9D-4678-BBEE-D51037A2CDC0}">
      <dsp:nvSpPr>
        <dsp:cNvPr id="0" name=""/>
        <dsp:cNvSpPr/>
      </dsp:nvSpPr>
      <dsp:spPr>
        <a:xfrm>
          <a:off x="2151965" y="1753060"/>
          <a:ext cx="1953052" cy="1171831"/>
        </a:xfrm>
        <a:prstGeom prst="rect">
          <a:avLst/>
        </a:prstGeom>
        <a:solidFill>
          <a:schemeClr val="accent3">
            <a:hueOff val="0"/>
            <a:satOff val="0"/>
            <a:lumOff val="0"/>
            <a:alphaOff val="0"/>
          </a:schemeClr>
        </a:solidFill>
        <a:ln w="25400"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Communications Management</a:t>
          </a:r>
        </a:p>
      </dsp:txBody>
      <dsp:txXfrm>
        <a:off x="2151965" y="1753060"/>
        <a:ext cx="1953052" cy="1171831"/>
      </dsp:txXfrm>
    </dsp:sp>
    <dsp:sp modelId="{D3CFB86E-7F34-4EAC-BD39-32D995DBDD76}">
      <dsp:nvSpPr>
        <dsp:cNvPr id="0" name=""/>
        <dsp:cNvSpPr/>
      </dsp:nvSpPr>
      <dsp:spPr>
        <a:xfrm>
          <a:off x="4300323" y="1753060"/>
          <a:ext cx="1953052" cy="1171831"/>
        </a:xfrm>
        <a:prstGeom prst="rect">
          <a:avLst/>
        </a:prstGeom>
        <a:solidFill>
          <a:schemeClr val="accent4">
            <a:hueOff val="0"/>
            <a:satOff val="0"/>
            <a:lumOff val="0"/>
            <a:alphaOff val="0"/>
          </a:schemeClr>
        </a:solidFill>
        <a:ln w="25400"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Risk Management</a:t>
          </a:r>
        </a:p>
      </dsp:txBody>
      <dsp:txXfrm>
        <a:off x="4300323" y="1753060"/>
        <a:ext cx="1953052" cy="1171831"/>
      </dsp:txXfrm>
    </dsp:sp>
    <dsp:sp modelId="{E7EB83EA-32BB-4AA5-B6DC-6222A3DE0EA2}">
      <dsp:nvSpPr>
        <dsp:cNvPr id="0" name=""/>
        <dsp:cNvSpPr/>
      </dsp:nvSpPr>
      <dsp:spPr>
        <a:xfrm>
          <a:off x="6448681" y="1753060"/>
          <a:ext cx="1953052" cy="1171831"/>
        </a:xfrm>
        <a:prstGeom prst="rect">
          <a:avLst/>
        </a:prstGeom>
        <a:solidFill>
          <a:schemeClr val="accent5">
            <a:hueOff val="0"/>
            <a:satOff val="0"/>
            <a:lumOff val="0"/>
            <a:alphaOff val="0"/>
          </a:schemeClr>
        </a:solidFill>
        <a:ln w="25400"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Procurement Management</a:t>
          </a:r>
        </a:p>
      </dsp:txBody>
      <dsp:txXfrm>
        <a:off x="6448681" y="1753060"/>
        <a:ext cx="1953052" cy="1171831"/>
      </dsp:txXfrm>
    </dsp:sp>
    <dsp:sp modelId="{78C36959-9D07-4324-AA8D-02B98EE62D72}">
      <dsp:nvSpPr>
        <dsp:cNvPr id="0" name=""/>
        <dsp:cNvSpPr/>
      </dsp:nvSpPr>
      <dsp:spPr>
        <a:xfrm>
          <a:off x="8600647" y="1781629"/>
          <a:ext cx="1953052" cy="1171831"/>
        </a:xfrm>
        <a:prstGeom prst="rect">
          <a:avLst/>
        </a:prstGeom>
        <a:solidFill>
          <a:schemeClr val="accent6">
            <a:hueOff val="0"/>
            <a:satOff val="0"/>
            <a:lumOff val="0"/>
            <a:alphaOff val="0"/>
          </a:schemeClr>
        </a:solidFill>
        <a:ln w="25400"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Stakeholder Management</a:t>
          </a:r>
        </a:p>
      </dsp:txBody>
      <dsp:txXfrm>
        <a:off x="8600647" y="1781629"/>
        <a:ext cx="1953052" cy="117183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76DD9B2-275D-4A03-8575-EC079FFA4F80}">
      <dsp:nvSpPr>
        <dsp:cNvPr id="0" name=""/>
        <dsp:cNvSpPr/>
      </dsp:nvSpPr>
      <dsp:spPr>
        <a:xfrm>
          <a:off x="3261656" y="35939"/>
          <a:ext cx="1212937" cy="12129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Initiation</a:t>
          </a:r>
        </a:p>
      </dsp:txBody>
      <dsp:txXfrm>
        <a:off x="3261656" y="35939"/>
        <a:ext cx="1212937" cy="1212937"/>
      </dsp:txXfrm>
    </dsp:sp>
    <dsp:sp modelId="{58659F34-F6A6-4770-9BEC-465ABB68575F}">
      <dsp:nvSpPr>
        <dsp:cNvPr id="0" name=""/>
        <dsp:cNvSpPr/>
      </dsp:nvSpPr>
      <dsp:spPr>
        <a:xfrm>
          <a:off x="409455" y="977"/>
          <a:ext cx="4546307" cy="4546307"/>
        </a:xfrm>
        <a:prstGeom prst="circularArrow">
          <a:avLst>
            <a:gd name="adj1" fmla="val 5203"/>
            <a:gd name="adj2" fmla="val 336086"/>
            <a:gd name="adj3" fmla="val 21292539"/>
            <a:gd name="adj4" fmla="val 19766854"/>
            <a:gd name="adj5" fmla="val 607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BEF50E7-574C-4C95-B007-062CA94C7127}">
      <dsp:nvSpPr>
        <dsp:cNvPr id="0" name=""/>
        <dsp:cNvSpPr/>
      </dsp:nvSpPr>
      <dsp:spPr>
        <a:xfrm>
          <a:off x="3994345" y="2290925"/>
          <a:ext cx="1212937" cy="12129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Planning</a:t>
          </a:r>
        </a:p>
      </dsp:txBody>
      <dsp:txXfrm>
        <a:off x="3994345" y="2290925"/>
        <a:ext cx="1212937" cy="1212937"/>
      </dsp:txXfrm>
    </dsp:sp>
    <dsp:sp modelId="{1B4D6439-85AF-4C27-938A-86A1C331B7EC}">
      <dsp:nvSpPr>
        <dsp:cNvPr id="0" name=""/>
        <dsp:cNvSpPr/>
      </dsp:nvSpPr>
      <dsp:spPr>
        <a:xfrm>
          <a:off x="409455" y="977"/>
          <a:ext cx="4546307" cy="4546307"/>
        </a:xfrm>
        <a:prstGeom prst="circularArrow">
          <a:avLst>
            <a:gd name="adj1" fmla="val 5203"/>
            <a:gd name="adj2" fmla="val 336086"/>
            <a:gd name="adj3" fmla="val 4013970"/>
            <a:gd name="adj4" fmla="val 2254101"/>
            <a:gd name="adj5" fmla="val 607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1EFF9E1-D553-43B5-A163-52B1E6DAE7D9}">
      <dsp:nvSpPr>
        <dsp:cNvPr id="0" name=""/>
        <dsp:cNvSpPr/>
      </dsp:nvSpPr>
      <dsp:spPr>
        <a:xfrm>
          <a:off x="2076140" y="3684582"/>
          <a:ext cx="1212937" cy="12129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Execution</a:t>
          </a:r>
        </a:p>
      </dsp:txBody>
      <dsp:txXfrm>
        <a:off x="2076140" y="3684582"/>
        <a:ext cx="1212937" cy="1212937"/>
      </dsp:txXfrm>
    </dsp:sp>
    <dsp:sp modelId="{8DCECC24-D5D9-4DCE-BE32-2876F364871C}">
      <dsp:nvSpPr>
        <dsp:cNvPr id="0" name=""/>
        <dsp:cNvSpPr/>
      </dsp:nvSpPr>
      <dsp:spPr>
        <a:xfrm>
          <a:off x="409455" y="977"/>
          <a:ext cx="4546307" cy="4546307"/>
        </a:xfrm>
        <a:prstGeom prst="circularArrow">
          <a:avLst>
            <a:gd name="adj1" fmla="val 5203"/>
            <a:gd name="adj2" fmla="val 336086"/>
            <a:gd name="adj3" fmla="val 8209813"/>
            <a:gd name="adj4" fmla="val 6449945"/>
            <a:gd name="adj5" fmla="val 607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DF42B37-E79A-4250-A875-B8BC818092C4}">
      <dsp:nvSpPr>
        <dsp:cNvPr id="0" name=""/>
        <dsp:cNvSpPr/>
      </dsp:nvSpPr>
      <dsp:spPr>
        <a:xfrm>
          <a:off x="157934" y="2290925"/>
          <a:ext cx="1212937" cy="12129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Monitoring and control</a:t>
          </a:r>
        </a:p>
      </dsp:txBody>
      <dsp:txXfrm>
        <a:off x="157934" y="2290925"/>
        <a:ext cx="1212937" cy="1212937"/>
      </dsp:txXfrm>
    </dsp:sp>
    <dsp:sp modelId="{5960D3C3-A1E3-440F-8092-A3B4586F0620}">
      <dsp:nvSpPr>
        <dsp:cNvPr id="0" name=""/>
        <dsp:cNvSpPr/>
      </dsp:nvSpPr>
      <dsp:spPr>
        <a:xfrm>
          <a:off x="409455" y="977"/>
          <a:ext cx="4546307" cy="4546307"/>
        </a:xfrm>
        <a:prstGeom prst="circularArrow">
          <a:avLst>
            <a:gd name="adj1" fmla="val 5203"/>
            <a:gd name="adj2" fmla="val 336086"/>
            <a:gd name="adj3" fmla="val 12297060"/>
            <a:gd name="adj4" fmla="val 10771375"/>
            <a:gd name="adj5" fmla="val 607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C0C19AC-83BC-41F3-B180-08887D294234}">
      <dsp:nvSpPr>
        <dsp:cNvPr id="0" name=""/>
        <dsp:cNvSpPr/>
      </dsp:nvSpPr>
      <dsp:spPr>
        <a:xfrm>
          <a:off x="890624" y="35939"/>
          <a:ext cx="1212937" cy="12129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Closure</a:t>
          </a:r>
        </a:p>
      </dsp:txBody>
      <dsp:txXfrm>
        <a:off x="890624" y="35939"/>
        <a:ext cx="1212937" cy="1212937"/>
      </dsp:txXfrm>
    </dsp:sp>
    <dsp:sp modelId="{3E5D81B7-43A0-4649-AAD5-D00A9FF3F812}">
      <dsp:nvSpPr>
        <dsp:cNvPr id="0" name=""/>
        <dsp:cNvSpPr/>
      </dsp:nvSpPr>
      <dsp:spPr>
        <a:xfrm>
          <a:off x="409455" y="977"/>
          <a:ext cx="4546307" cy="4546307"/>
        </a:xfrm>
        <a:prstGeom prst="circularArrow">
          <a:avLst>
            <a:gd name="adj1" fmla="val 5203"/>
            <a:gd name="adj2" fmla="val 336086"/>
            <a:gd name="adj3" fmla="val 16864961"/>
            <a:gd name="adj4" fmla="val 15198954"/>
            <a:gd name="adj5" fmla="val 607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406D38A-EC69-4CE4-8887-81602CA02A9E}">
      <dsp:nvSpPr>
        <dsp:cNvPr id="0" name=""/>
        <dsp:cNvSpPr/>
      </dsp:nvSpPr>
      <dsp:spPr>
        <a:xfrm>
          <a:off x="0" y="528"/>
          <a:ext cx="5816600" cy="0"/>
        </a:xfrm>
        <a:prstGeom prst="line">
          <a:avLst/>
        </a:prstGeom>
        <a:blipFill rotWithShape="1">
          <a:blip xmlns:r="http://schemas.openxmlformats.org/officeDocument/2006/relationships" r:embed="rId1">
            <a:duotone>
              <a:schemeClr val="accent2">
                <a:hueOff val="0"/>
                <a:satOff val="0"/>
                <a:lumOff val="0"/>
                <a:alphaOff val="0"/>
                <a:tint val="98000"/>
                <a:lumMod val="102000"/>
              </a:schemeClr>
              <a:schemeClr val="accent2">
                <a:hueOff val="0"/>
                <a:satOff val="0"/>
                <a:lumOff val="0"/>
                <a:alphaOff val="0"/>
                <a:shade val="98000"/>
                <a:lumMod val="98000"/>
              </a:schemeClr>
            </a:duotone>
          </a:blip>
          <a:tile tx="0" ty="0" sx="100000" sy="100000" flip="none" algn="tl"/>
        </a:blipFill>
        <a:ln w="9525" cap="rnd" cmpd="sng" algn="ctr">
          <a:solidFill>
            <a:schemeClr val="accent2">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6A6FAE9B-DFF5-4E08-B1EF-C78DA28558F5}">
      <dsp:nvSpPr>
        <dsp:cNvPr id="0" name=""/>
        <dsp:cNvSpPr/>
      </dsp:nvSpPr>
      <dsp:spPr>
        <a:xfrm>
          <a:off x="0" y="528"/>
          <a:ext cx="5816600" cy="6180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Project Status Report</a:t>
          </a:r>
        </a:p>
      </dsp:txBody>
      <dsp:txXfrm>
        <a:off x="0" y="528"/>
        <a:ext cx="5816600" cy="618066"/>
      </dsp:txXfrm>
    </dsp:sp>
    <dsp:sp modelId="{7420F13F-0717-4228-B320-A7FB16ACFE71}">
      <dsp:nvSpPr>
        <dsp:cNvPr id="0" name=""/>
        <dsp:cNvSpPr/>
      </dsp:nvSpPr>
      <dsp:spPr>
        <a:xfrm>
          <a:off x="0" y="618595"/>
          <a:ext cx="5816600" cy="0"/>
        </a:xfrm>
        <a:prstGeom prst="line">
          <a:avLst/>
        </a:prstGeom>
        <a:blipFill rotWithShape="1">
          <a:blip xmlns:r="http://schemas.openxmlformats.org/officeDocument/2006/relationships" r:embed="rId1">
            <a:duotone>
              <a:schemeClr val="accent3">
                <a:hueOff val="0"/>
                <a:satOff val="0"/>
                <a:lumOff val="0"/>
                <a:alphaOff val="0"/>
                <a:tint val="98000"/>
                <a:lumMod val="102000"/>
              </a:schemeClr>
              <a:schemeClr val="accent3">
                <a:hueOff val="0"/>
                <a:satOff val="0"/>
                <a:lumOff val="0"/>
                <a:alphaOff val="0"/>
                <a:shade val="98000"/>
                <a:lumMod val="98000"/>
              </a:schemeClr>
            </a:duotone>
          </a:blip>
          <a:tile tx="0" ty="0" sx="100000" sy="100000" flip="none" algn="tl"/>
        </a:blipFill>
        <a:ln w="9525" cap="rnd" cmpd="sng" algn="ctr">
          <a:solidFill>
            <a:schemeClr val="accent3">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FE75A11C-D512-41EA-BBDC-14F17736CDAA}">
      <dsp:nvSpPr>
        <dsp:cNvPr id="0" name=""/>
        <dsp:cNvSpPr/>
      </dsp:nvSpPr>
      <dsp:spPr>
        <a:xfrm>
          <a:off x="0" y="618595"/>
          <a:ext cx="5816600" cy="6180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Financial Report</a:t>
          </a:r>
        </a:p>
      </dsp:txBody>
      <dsp:txXfrm>
        <a:off x="0" y="618595"/>
        <a:ext cx="5816600" cy="618066"/>
      </dsp:txXfrm>
    </dsp:sp>
    <dsp:sp modelId="{ACA80E8A-183B-478D-9362-4AA8AE1558A4}">
      <dsp:nvSpPr>
        <dsp:cNvPr id="0" name=""/>
        <dsp:cNvSpPr/>
      </dsp:nvSpPr>
      <dsp:spPr>
        <a:xfrm>
          <a:off x="0" y="1236662"/>
          <a:ext cx="5816600" cy="0"/>
        </a:xfrm>
        <a:prstGeom prst="line">
          <a:avLst/>
        </a:prstGeom>
        <a:blipFill rotWithShape="1">
          <a:blip xmlns:r="http://schemas.openxmlformats.org/officeDocument/2006/relationships" r:embed="rId1">
            <a:duotone>
              <a:schemeClr val="accent4">
                <a:hueOff val="0"/>
                <a:satOff val="0"/>
                <a:lumOff val="0"/>
                <a:alphaOff val="0"/>
                <a:tint val="98000"/>
                <a:lumMod val="102000"/>
              </a:schemeClr>
              <a:schemeClr val="accent4">
                <a:hueOff val="0"/>
                <a:satOff val="0"/>
                <a:lumOff val="0"/>
                <a:alphaOff val="0"/>
                <a:shade val="98000"/>
                <a:lumMod val="98000"/>
              </a:schemeClr>
            </a:duotone>
          </a:blip>
          <a:tile tx="0" ty="0" sx="100000" sy="100000" flip="none" algn="tl"/>
        </a:blipFill>
        <a:ln w="9525" cap="rnd" cmpd="sng" algn="ctr">
          <a:solidFill>
            <a:schemeClr val="accent4">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88152347-B4CD-4D8A-95EE-A646C63CF654}">
      <dsp:nvSpPr>
        <dsp:cNvPr id="0" name=""/>
        <dsp:cNvSpPr/>
      </dsp:nvSpPr>
      <dsp:spPr>
        <a:xfrm>
          <a:off x="0" y="1236662"/>
          <a:ext cx="5816600" cy="6180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Progress Report</a:t>
          </a:r>
        </a:p>
      </dsp:txBody>
      <dsp:txXfrm>
        <a:off x="0" y="1236662"/>
        <a:ext cx="5816600" cy="618066"/>
      </dsp:txXfrm>
    </dsp:sp>
    <dsp:sp modelId="{C3F38C7C-3D36-43C2-9579-A9AC2D2278E0}">
      <dsp:nvSpPr>
        <dsp:cNvPr id="0" name=""/>
        <dsp:cNvSpPr/>
      </dsp:nvSpPr>
      <dsp:spPr>
        <a:xfrm>
          <a:off x="0" y="1854729"/>
          <a:ext cx="5816600" cy="0"/>
        </a:xfrm>
        <a:prstGeom prst="line">
          <a:avLst/>
        </a:prstGeom>
        <a:blipFill rotWithShape="1">
          <a:blip xmlns:r="http://schemas.openxmlformats.org/officeDocument/2006/relationships" r:embed="rId1">
            <a:duotone>
              <a:schemeClr val="accent5">
                <a:hueOff val="0"/>
                <a:satOff val="0"/>
                <a:lumOff val="0"/>
                <a:alphaOff val="0"/>
                <a:tint val="98000"/>
                <a:lumMod val="102000"/>
              </a:schemeClr>
              <a:schemeClr val="accent5">
                <a:hueOff val="0"/>
                <a:satOff val="0"/>
                <a:lumOff val="0"/>
                <a:alphaOff val="0"/>
                <a:shade val="98000"/>
                <a:lumMod val="98000"/>
              </a:schemeClr>
            </a:duotone>
          </a:blip>
          <a:tile tx="0" ty="0" sx="100000" sy="100000" flip="none" algn="tl"/>
        </a:blipFill>
        <a:ln w="9525" cap="rnd" cmpd="sng" algn="ctr">
          <a:solidFill>
            <a:schemeClr val="accent5">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08EA6083-A161-4BA0-84EF-64FAE3DB35CF}">
      <dsp:nvSpPr>
        <dsp:cNvPr id="0" name=""/>
        <dsp:cNvSpPr/>
      </dsp:nvSpPr>
      <dsp:spPr>
        <a:xfrm>
          <a:off x="0" y="1854729"/>
          <a:ext cx="5816600" cy="6180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Risk Assessment Report</a:t>
          </a:r>
        </a:p>
      </dsp:txBody>
      <dsp:txXfrm>
        <a:off x="0" y="1854729"/>
        <a:ext cx="5816600" cy="618066"/>
      </dsp:txXfrm>
    </dsp:sp>
    <dsp:sp modelId="{A4032F38-191E-46C4-A5F8-A2E92279EC67}">
      <dsp:nvSpPr>
        <dsp:cNvPr id="0" name=""/>
        <dsp:cNvSpPr/>
      </dsp:nvSpPr>
      <dsp:spPr>
        <a:xfrm>
          <a:off x="0" y="2472795"/>
          <a:ext cx="5816600" cy="0"/>
        </a:xfrm>
        <a:prstGeom prst="line">
          <a:avLst/>
        </a:prstGeom>
        <a:blipFill rotWithShape="1">
          <a:blip xmlns:r="http://schemas.openxmlformats.org/officeDocument/2006/relationships" r:embed="rId1">
            <a:duotone>
              <a:schemeClr val="accent6">
                <a:hueOff val="0"/>
                <a:satOff val="0"/>
                <a:lumOff val="0"/>
                <a:alphaOff val="0"/>
                <a:tint val="98000"/>
                <a:lumMod val="102000"/>
              </a:schemeClr>
              <a:schemeClr val="accent6">
                <a:hueOff val="0"/>
                <a:satOff val="0"/>
                <a:lumOff val="0"/>
                <a:alphaOff val="0"/>
                <a:shade val="98000"/>
                <a:lumMod val="98000"/>
              </a:schemeClr>
            </a:duotone>
          </a:blip>
          <a:tile tx="0" ty="0" sx="100000" sy="100000" flip="none" algn="tl"/>
        </a:blipFill>
        <a:ln w="9525" cap="rnd" cmpd="sng" algn="ctr">
          <a:solidFill>
            <a:schemeClr val="accent6">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BF6F5B46-FB72-4EE7-8945-1E480F498D53}">
      <dsp:nvSpPr>
        <dsp:cNvPr id="0" name=""/>
        <dsp:cNvSpPr/>
      </dsp:nvSpPr>
      <dsp:spPr>
        <a:xfrm>
          <a:off x="0" y="2472795"/>
          <a:ext cx="5816600" cy="6180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Quality Assurance Report</a:t>
          </a:r>
        </a:p>
      </dsp:txBody>
      <dsp:txXfrm>
        <a:off x="0" y="2472795"/>
        <a:ext cx="5816600" cy="618066"/>
      </dsp:txXfrm>
    </dsp:sp>
    <dsp:sp modelId="{8F7FEE66-BF40-40C5-BB35-10936616E2ED}">
      <dsp:nvSpPr>
        <dsp:cNvPr id="0" name=""/>
        <dsp:cNvSpPr/>
      </dsp:nvSpPr>
      <dsp:spPr>
        <a:xfrm>
          <a:off x="0" y="3090862"/>
          <a:ext cx="5816600" cy="0"/>
        </a:xfrm>
        <a:prstGeom prst="line">
          <a:avLst/>
        </a:prstGeom>
        <a:blipFill rotWithShape="1">
          <a:blip xmlns:r="http://schemas.openxmlformats.org/officeDocument/2006/relationships" r:embed="rId1">
            <a:duotone>
              <a:schemeClr val="accent2">
                <a:hueOff val="0"/>
                <a:satOff val="0"/>
                <a:lumOff val="0"/>
                <a:alphaOff val="0"/>
                <a:tint val="98000"/>
                <a:lumMod val="102000"/>
              </a:schemeClr>
              <a:schemeClr val="accent2">
                <a:hueOff val="0"/>
                <a:satOff val="0"/>
                <a:lumOff val="0"/>
                <a:alphaOff val="0"/>
                <a:shade val="98000"/>
                <a:lumMod val="98000"/>
              </a:schemeClr>
            </a:duotone>
          </a:blip>
          <a:tile tx="0" ty="0" sx="100000" sy="100000" flip="none" algn="tl"/>
        </a:blipFill>
        <a:ln w="9525" cap="rnd" cmpd="sng" algn="ctr">
          <a:solidFill>
            <a:schemeClr val="accent2">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8849DB97-ED55-4BBA-A3CD-D801A737336A}">
      <dsp:nvSpPr>
        <dsp:cNvPr id="0" name=""/>
        <dsp:cNvSpPr/>
      </dsp:nvSpPr>
      <dsp:spPr>
        <a:xfrm>
          <a:off x="0" y="3090862"/>
          <a:ext cx="5816600" cy="6180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Executive Summary Report</a:t>
          </a:r>
        </a:p>
      </dsp:txBody>
      <dsp:txXfrm>
        <a:off x="0" y="3090862"/>
        <a:ext cx="5816600" cy="618066"/>
      </dsp:txXfrm>
    </dsp:sp>
    <dsp:sp modelId="{7CE90448-9CA1-4144-9029-33BEA8300C20}">
      <dsp:nvSpPr>
        <dsp:cNvPr id="0" name=""/>
        <dsp:cNvSpPr/>
      </dsp:nvSpPr>
      <dsp:spPr>
        <a:xfrm>
          <a:off x="0" y="3708929"/>
          <a:ext cx="5816600" cy="0"/>
        </a:xfrm>
        <a:prstGeom prst="line">
          <a:avLst/>
        </a:prstGeom>
        <a:blipFill rotWithShape="1">
          <a:blip xmlns:r="http://schemas.openxmlformats.org/officeDocument/2006/relationships" r:embed="rId1">
            <a:duotone>
              <a:schemeClr val="accent3">
                <a:hueOff val="0"/>
                <a:satOff val="0"/>
                <a:lumOff val="0"/>
                <a:alphaOff val="0"/>
                <a:tint val="98000"/>
                <a:lumMod val="102000"/>
              </a:schemeClr>
              <a:schemeClr val="accent3">
                <a:hueOff val="0"/>
                <a:satOff val="0"/>
                <a:lumOff val="0"/>
                <a:alphaOff val="0"/>
                <a:shade val="98000"/>
                <a:lumMod val="98000"/>
              </a:schemeClr>
            </a:duotone>
          </a:blip>
          <a:tile tx="0" ty="0" sx="100000" sy="100000" flip="none" algn="tl"/>
        </a:blipFill>
        <a:ln w="9525" cap="rnd" cmpd="sng" algn="ctr">
          <a:solidFill>
            <a:schemeClr val="accent3">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4A2CC020-2723-4379-AC64-F6C65B85DBAA}">
      <dsp:nvSpPr>
        <dsp:cNvPr id="0" name=""/>
        <dsp:cNvSpPr/>
      </dsp:nvSpPr>
      <dsp:spPr>
        <a:xfrm>
          <a:off x="0" y="3708929"/>
          <a:ext cx="5816600" cy="6180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Technical Report</a:t>
          </a:r>
        </a:p>
      </dsp:txBody>
      <dsp:txXfrm>
        <a:off x="0" y="3708929"/>
        <a:ext cx="5816600" cy="61806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E52A234-2646-4BBE-809D-9FC53BA59A4C}">
      <dsp:nvSpPr>
        <dsp:cNvPr id="0" name=""/>
        <dsp:cNvSpPr/>
      </dsp:nvSpPr>
      <dsp:spPr>
        <a:xfrm>
          <a:off x="2326071" y="1409"/>
          <a:ext cx="1164456" cy="756896"/>
        </a:xfrm>
        <a:prstGeom prst="roundRect">
          <a:avLst/>
        </a:prstGeom>
        <a:blipFill rotWithShape="1">
          <a:blip xmlns:r="http://schemas.openxmlformats.org/officeDocument/2006/relationships" r:embed="rId1">
            <a:duotone>
              <a:schemeClr val="accent2">
                <a:hueOff val="0"/>
                <a:satOff val="0"/>
                <a:lumOff val="0"/>
                <a:alphaOff val="0"/>
                <a:tint val="98000"/>
                <a:lumMod val="102000"/>
              </a:schemeClr>
              <a:schemeClr val="accent2">
                <a:hueOff val="0"/>
                <a:satOff val="0"/>
                <a:lumOff val="0"/>
                <a:alphaOff val="0"/>
                <a:shade val="98000"/>
                <a:lumMod val="98000"/>
              </a:schemeClr>
            </a:duotone>
          </a:blip>
          <a:tile tx="0" ty="0" sx="100000" sy="100000" flip="none" algn="tl"/>
        </a:blip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Bugzilla</a:t>
          </a:r>
        </a:p>
      </dsp:txBody>
      <dsp:txXfrm>
        <a:off x="2363020" y="38358"/>
        <a:ext cx="1090558" cy="682998"/>
      </dsp:txXfrm>
    </dsp:sp>
    <dsp:sp modelId="{17FEA048-562D-435D-907C-956FFBC6A033}">
      <dsp:nvSpPr>
        <dsp:cNvPr id="0" name=""/>
        <dsp:cNvSpPr/>
      </dsp:nvSpPr>
      <dsp:spPr>
        <a:xfrm>
          <a:off x="1124395" y="379858"/>
          <a:ext cx="3567808" cy="3567808"/>
        </a:xfrm>
        <a:custGeom>
          <a:avLst/>
          <a:gdLst/>
          <a:ahLst/>
          <a:cxnLst/>
          <a:rect l="0" t="0" r="0" b="0"/>
          <a:pathLst>
            <a:path>
              <a:moveTo>
                <a:pt x="2373581" y="100278"/>
              </a:moveTo>
              <a:arcTo wR="1783904" hR="1783904" stAng="17358145" swAng="1502070"/>
            </a:path>
          </a:pathLst>
        </a:custGeom>
        <a:noFill/>
        <a:ln w="9525" cap="rnd" cmpd="sng" algn="ctr">
          <a:solidFill>
            <a:schemeClr val="accent2">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68D5B9B4-2FF9-4218-B638-7B80966635BE}">
      <dsp:nvSpPr>
        <dsp:cNvPr id="0" name=""/>
        <dsp:cNvSpPr/>
      </dsp:nvSpPr>
      <dsp:spPr>
        <a:xfrm>
          <a:off x="3870978" y="893362"/>
          <a:ext cx="1164456" cy="756896"/>
        </a:xfrm>
        <a:prstGeom prst="roundRect">
          <a:avLst/>
        </a:prstGeom>
        <a:blipFill rotWithShape="1">
          <a:blip xmlns:r="http://schemas.openxmlformats.org/officeDocument/2006/relationships" r:embed="rId1">
            <a:duotone>
              <a:schemeClr val="accent3">
                <a:hueOff val="0"/>
                <a:satOff val="0"/>
                <a:lumOff val="0"/>
                <a:alphaOff val="0"/>
                <a:tint val="98000"/>
                <a:lumMod val="102000"/>
              </a:schemeClr>
              <a:schemeClr val="accent3">
                <a:hueOff val="0"/>
                <a:satOff val="0"/>
                <a:lumOff val="0"/>
                <a:alphaOff val="0"/>
                <a:shade val="98000"/>
                <a:lumMod val="98000"/>
              </a:schemeClr>
            </a:duotone>
          </a:blip>
          <a:tile tx="0" ty="0" sx="100000" sy="100000" flip="none" algn="tl"/>
        </a:blip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ALM</a:t>
          </a:r>
        </a:p>
      </dsp:txBody>
      <dsp:txXfrm>
        <a:off x="3907927" y="930311"/>
        <a:ext cx="1090558" cy="682998"/>
      </dsp:txXfrm>
    </dsp:sp>
    <dsp:sp modelId="{62702FD4-C921-4AC9-8C85-BEE7721BACD8}">
      <dsp:nvSpPr>
        <dsp:cNvPr id="0" name=""/>
        <dsp:cNvSpPr/>
      </dsp:nvSpPr>
      <dsp:spPr>
        <a:xfrm>
          <a:off x="1124395" y="379858"/>
          <a:ext cx="3567808" cy="3567808"/>
        </a:xfrm>
        <a:custGeom>
          <a:avLst/>
          <a:gdLst/>
          <a:ahLst/>
          <a:cxnLst/>
          <a:rect l="0" t="0" r="0" b="0"/>
          <a:pathLst>
            <a:path>
              <a:moveTo>
                <a:pt x="3495231" y="1280244"/>
              </a:moveTo>
              <a:arcTo wR="1783904" hR="1783904" stAng="20616020" swAng="1967960"/>
            </a:path>
          </a:pathLst>
        </a:custGeom>
        <a:noFill/>
        <a:ln w="9525" cap="rnd" cmpd="sng" algn="ctr">
          <a:solidFill>
            <a:schemeClr val="accent3">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E0EF604A-567D-4A3C-A3C2-3EB8CED4BEA6}">
      <dsp:nvSpPr>
        <dsp:cNvPr id="0" name=""/>
        <dsp:cNvSpPr/>
      </dsp:nvSpPr>
      <dsp:spPr>
        <a:xfrm>
          <a:off x="3870978" y="2677266"/>
          <a:ext cx="1164456" cy="756896"/>
        </a:xfrm>
        <a:prstGeom prst="roundRect">
          <a:avLst/>
        </a:prstGeom>
        <a:blipFill rotWithShape="1">
          <a:blip xmlns:r="http://schemas.openxmlformats.org/officeDocument/2006/relationships" r:embed="rId1">
            <a:duotone>
              <a:schemeClr val="accent4">
                <a:hueOff val="0"/>
                <a:satOff val="0"/>
                <a:lumOff val="0"/>
                <a:alphaOff val="0"/>
                <a:tint val="98000"/>
                <a:lumMod val="102000"/>
              </a:schemeClr>
              <a:schemeClr val="accent4">
                <a:hueOff val="0"/>
                <a:satOff val="0"/>
                <a:lumOff val="0"/>
                <a:alphaOff val="0"/>
                <a:shade val="98000"/>
                <a:lumMod val="98000"/>
              </a:schemeClr>
            </a:duotone>
          </a:blip>
          <a:tile tx="0" ty="0" sx="100000" sy="100000" flip="none" algn="tl"/>
        </a:blip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JIRA</a:t>
          </a:r>
        </a:p>
      </dsp:txBody>
      <dsp:txXfrm>
        <a:off x="3907927" y="2714215"/>
        <a:ext cx="1090558" cy="682998"/>
      </dsp:txXfrm>
    </dsp:sp>
    <dsp:sp modelId="{4CEDD989-9B91-4316-9FFB-A4EA0AE86B2D}">
      <dsp:nvSpPr>
        <dsp:cNvPr id="0" name=""/>
        <dsp:cNvSpPr/>
      </dsp:nvSpPr>
      <dsp:spPr>
        <a:xfrm>
          <a:off x="1124395" y="379858"/>
          <a:ext cx="3567808" cy="3567808"/>
        </a:xfrm>
        <a:custGeom>
          <a:avLst/>
          <a:gdLst/>
          <a:ahLst/>
          <a:cxnLst/>
          <a:rect l="0" t="0" r="0" b="0"/>
          <a:pathLst>
            <a:path>
              <a:moveTo>
                <a:pt x="3030632" y="3059828"/>
              </a:moveTo>
              <a:arcTo wR="1783904" hR="1783904" stAng="2739786" swAng="1502070"/>
            </a:path>
          </a:pathLst>
        </a:custGeom>
        <a:noFill/>
        <a:ln w="9525" cap="rnd" cmpd="sng" algn="ctr">
          <a:solidFill>
            <a:schemeClr val="accent4">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31408B81-343A-460C-BA4B-78370A768347}">
      <dsp:nvSpPr>
        <dsp:cNvPr id="0" name=""/>
        <dsp:cNvSpPr/>
      </dsp:nvSpPr>
      <dsp:spPr>
        <a:xfrm>
          <a:off x="2326071" y="3569218"/>
          <a:ext cx="1164456" cy="756896"/>
        </a:xfrm>
        <a:prstGeom prst="roundRect">
          <a:avLst/>
        </a:prstGeom>
        <a:blipFill rotWithShape="1">
          <a:blip xmlns:r="http://schemas.openxmlformats.org/officeDocument/2006/relationships" r:embed="rId1">
            <a:duotone>
              <a:schemeClr val="accent5">
                <a:hueOff val="0"/>
                <a:satOff val="0"/>
                <a:lumOff val="0"/>
                <a:alphaOff val="0"/>
                <a:tint val="98000"/>
                <a:lumMod val="102000"/>
              </a:schemeClr>
              <a:schemeClr val="accent5">
                <a:hueOff val="0"/>
                <a:satOff val="0"/>
                <a:lumOff val="0"/>
                <a:alphaOff val="0"/>
                <a:shade val="98000"/>
                <a:lumMod val="98000"/>
              </a:schemeClr>
            </a:duotone>
          </a:blip>
          <a:tile tx="0" ty="0" sx="100000" sy="100000" flip="none" algn="tl"/>
        </a:blip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Tracker</a:t>
          </a:r>
        </a:p>
      </dsp:txBody>
      <dsp:txXfrm>
        <a:off x="2363020" y="3606167"/>
        <a:ext cx="1090558" cy="682998"/>
      </dsp:txXfrm>
    </dsp:sp>
    <dsp:sp modelId="{4AA36613-28F6-4A36-A753-E0F3C1FFBE5E}">
      <dsp:nvSpPr>
        <dsp:cNvPr id="0" name=""/>
        <dsp:cNvSpPr/>
      </dsp:nvSpPr>
      <dsp:spPr>
        <a:xfrm>
          <a:off x="1142629" y="386264"/>
          <a:ext cx="3567808" cy="3567808"/>
        </a:xfrm>
        <a:custGeom>
          <a:avLst/>
          <a:gdLst/>
          <a:ahLst/>
          <a:cxnLst/>
          <a:rect l="0" t="0" r="0" b="0"/>
          <a:pathLst>
            <a:path>
              <a:moveTo>
                <a:pt x="1176115" y="3461076"/>
              </a:moveTo>
              <a:arcTo wR="1783904" hR="1783904" stAng="6595197" swAng="1482755"/>
            </a:path>
          </a:pathLst>
        </a:custGeom>
        <a:noFill/>
        <a:ln w="9525" cap="rnd" cmpd="sng" algn="ctr">
          <a:solidFill>
            <a:schemeClr val="accent5">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D7C46A62-7473-4D3F-AB92-46ECFF9C8EC3}">
      <dsp:nvSpPr>
        <dsp:cNvPr id="0" name=""/>
        <dsp:cNvSpPr/>
      </dsp:nvSpPr>
      <dsp:spPr>
        <a:xfrm>
          <a:off x="790688" y="2677264"/>
          <a:ext cx="1164456" cy="756896"/>
        </a:xfrm>
        <a:prstGeom prst="roundRect">
          <a:avLst/>
        </a:prstGeom>
        <a:blipFill rotWithShape="1">
          <a:blip xmlns:r="http://schemas.openxmlformats.org/officeDocument/2006/relationships" r:embed="rId1">
            <a:duotone>
              <a:schemeClr val="accent6">
                <a:hueOff val="0"/>
                <a:satOff val="0"/>
                <a:lumOff val="0"/>
                <a:alphaOff val="0"/>
                <a:tint val="98000"/>
                <a:lumMod val="102000"/>
              </a:schemeClr>
              <a:schemeClr val="accent6">
                <a:hueOff val="0"/>
                <a:satOff val="0"/>
                <a:lumOff val="0"/>
                <a:alphaOff val="0"/>
                <a:shade val="98000"/>
                <a:lumMod val="98000"/>
              </a:schemeClr>
            </a:duotone>
          </a:blip>
          <a:tile tx="0" ty="0" sx="100000" sy="100000" flip="none" algn="tl"/>
        </a:blip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Intent+</a:t>
          </a:r>
        </a:p>
      </dsp:txBody>
      <dsp:txXfrm>
        <a:off x="827637" y="2714213"/>
        <a:ext cx="1090558" cy="682998"/>
      </dsp:txXfrm>
    </dsp:sp>
    <dsp:sp modelId="{765F7A3A-3298-464F-863C-79A90C1348BA}">
      <dsp:nvSpPr>
        <dsp:cNvPr id="0" name=""/>
        <dsp:cNvSpPr/>
      </dsp:nvSpPr>
      <dsp:spPr>
        <a:xfrm>
          <a:off x="1128634" y="365540"/>
          <a:ext cx="3567808" cy="3567808"/>
        </a:xfrm>
        <a:custGeom>
          <a:avLst/>
          <a:gdLst/>
          <a:ahLst/>
          <a:cxnLst/>
          <a:rect l="0" t="0" r="0" b="0"/>
          <a:pathLst>
            <a:path>
              <a:moveTo>
                <a:pt x="76863" y="2301905"/>
              </a:moveTo>
              <a:arcTo wR="1783904" hR="1783904" stAng="9787175" swAng="1968028"/>
            </a:path>
          </a:pathLst>
        </a:custGeom>
        <a:noFill/>
        <a:ln w="9525" cap="rnd" cmpd="sng" algn="ctr">
          <a:solidFill>
            <a:schemeClr val="accent6">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EC97DFD7-62C2-4926-BAC5-DFA67B4CBCA7}">
      <dsp:nvSpPr>
        <dsp:cNvPr id="0" name=""/>
        <dsp:cNvSpPr/>
      </dsp:nvSpPr>
      <dsp:spPr>
        <a:xfrm>
          <a:off x="781165" y="893362"/>
          <a:ext cx="1164456" cy="756896"/>
        </a:xfrm>
        <a:prstGeom prst="roundRect">
          <a:avLst/>
        </a:prstGeom>
        <a:blipFill rotWithShape="1">
          <a:blip xmlns:r="http://schemas.openxmlformats.org/officeDocument/2006/relationships" r:embed="rId1">
            <a:duotone>
              <a:schemeClr val="accent2">
                <a:hueOff val="0"/>
                <a:satOff val="0"/>
                <a:lumOff val="0"/>
                <a:alphaOff val="0"/>
                <a:tint val="98000"/>
                <a:lumMod val="102000"/>
              </a:schemeClr>
              <a:schemeClr val="accent2">
                <a:hueOff val="0"/>
                <a:satOff val="0"/>
                <a:lumOff val="0"/>
                <a:alphaOff val="0"/>
                <a:shade val="98000"/>
                <a:lumMod val="98000"/>
              </a:schemeClr>
            </a:duotone>
          </a:blip>
          <a:tile tx="0" ty="0" sx="100000" sy="100000" flip="none" algn="tl"/>
        </a:blip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QC</a:t>
          </a:r>
        </a:p>
      </dsp:txBody>
      <dsp:txXfrm>
        <a:off x="818114" y="930311"/>
        <a:ext cx="1090558" cy="682998"/>
      </dsp:txXfrm>
    </dsp:sp>
    <dsp:sp modelId="{8656C73A-2CAC-4204-AB52-5799FDF50636}">
      <dsp:nvSpPr>
        <dsp:cNvPr id="0" name=""/>
        <dsp:cNvSpPr/>
      </dsp:nvSpPr>
      <dsp:spPr>
        <a:xfrm>
          <a:off x="1124395" y="379858"/>
          <a:ext cx="3567808" cy="3567808"/>
        </a:xfrm>
        <a:custGeom>
          <a:avLst/>
          <a:gdLst/>
          <a:ahLst/>
          <a:cxnLst/>
          <a:rect l="0" t="0" r="0" b="0"/>
          <a:pathLst>
            <a:path>
              <a:moveTo>
                <a:pt x="537176" y="507979"/>
              </a:moveTo>
              <a:arcTo wR="1783904" hR="1783904" stAng="13539786" swAng="1502070"/>
            </a:path>
          </a:pathLst>
        </a:custGeom>
        <a:noFill/>
        <a:ln w="9525" cap="rnd" cmpd="sng" algn="ctr">
          <a:solidFill>
            <a:schemeClr val="accent2">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BB68AD2-9C2D-4D10-A18A-FE9A002F3CF2}">
      <dsp:nvSpPr>
        <dsp:cNvPr id="0" name=""/>
        <dsp:cNvSpPr/>
      </dsp:nvSpPr>
      <dsp:spPr>
        <a:xfrm>
          <a:off x="0" y="418673"/>
          <a:ext cx="5728344" cy="2226129"/>
        </a:xfrm>
        <a:prstGeom prst="roundRect">
          <a:avLst>
            <a:gd name="adj" fmla="val 10000"/>
          </a:avLst>
        </a:prstGeom>
        <a:blipFill rotWithShape="1">
          <a:blip xmlns:r="http://schemas.openxmlformats.org/officeDocument/2006/relationships" r:embed="rId1">
            <a:duotone>
              <a:schemeClr val="accent2">
                <a:hueOff val="0"/>
                <a:satOff val="0"/>
                <a:lumOff val="0"/>
                <a:alphaOff val="0"/>
                <a:tint val="98000"/>
                <a:lumMod val="102000"/>
              </a:schemeClr>
              <a:schemeClr val="accent2">
                <a:hueOff val="0"/>
                <a:satOff val="0"/>
                <a:lumOff val="0"/>
                <a:alphaOff val="0"/>
                <a:shade val="98000"/>
                <a:lumMod val="98000"/>
              </a:schemeClr>
            </a:duotone>
          </a:blip>
          <a:tile tx="0" ty="0" sx="100000" sy="100000" flip="none" algn="tl"/>
        </a:blip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15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JIRA is a tool developed by Australian Company Atlassian. It is used for bug tracking, issue tracking, and project management. The name JIRA is actually  inherited from the Japanese word Gojira which means Godzilla.</a:t>
          </a:r>
        </a:p>
      </dsp:txBody>
      <dsp:txXfrm>
        <a:off x="65201" y="483874"/>
        <a:ext cx="5597942" cy="2095727"/>
      </dsp:txXfrm>
    </dsp:sp>
    <dsp:sp modelId="{76FA297D-F2CE-4365-926C-CB97A138A16E}">
      <dsp:nvSpPr>
        <dsp:cNvPr id="0" name=""/>
        <dsp:cNvSpPr/>
      </dsp:nvSpPr>
      <dsp:spPr>
        <a:xfrm rot="5400000">
          <a:off x="2655221" y="2422524"/>
          <a:ext cx="417900" cy="1001758"/>
        </a:xfrm>
        <a:prstGeom prst="rightArrow">
          <a:avLst>
            <a:gd name="adj1" fmla="val 60000"/>
            <a:gd name="adj2" fmla="val 50000"/>
          </a:avLst>
        </a:prstGeom>
        <a:blipFill rotWithShape="1">
          <a:blip xmlns:r="http://schemas.openxmlformats.org/officeDocument/2006/relationships" r:embed="rId1">
            <a:duotone>
              <a:schemeClr val="accent2">
                <a:hueOff val="0"/>
                <a:satOff val="0"/>
                <a:lumOff val="0"/>
                <a:alphaOff val="0"/>
                <a:tint val="98000"/>
                <a:lumMod val="102000"/>
              </a:schemeClr>
              <a:schemeClr val="accent2">
                <a:hueOff val="0"/>
                <a:satOff val="0"/>
                <a:lumOff val="0"/>
                <a:alphaOff val="0"/>
                <a:shade val="98000"/>
                <a:lumMod val="98000"/>
              </a:schemeClr>
            </a:duotone>
          </a:blip>
          <a:tile tx="0" ty="0" sx="100000" sy="100000" flip="none" algn="tl"/>
        </a:blip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5400000">
        <a:off x="2563644" y="2714453"/>
        <a:ext cx="601054" cy="292530"/>
      </dsp:txXfrm>
    </dsp:sp>
    <dsp:sp modelId="{AE040572-1F67-4A99-97E7-3E0ED02169FE}">
      <dsp:nvSpPr>
        <dsp:cNvPr id="0" name=""/>
        <dsp:cNvSpPr/>
      </dsp:nvSpPr>
      <dsp:spPr>
        <a:xfrm>
          <a:off x="0" y="3202003"/>
          <a:ext cx="5728344" cy="2226129"/>
        </a:xfrm>
        <a:prstGeom prst="roundRect">
          <a:avLst>
            <a:gd name="adj" fmla="val 10000"/>
          </a:avLst>
        </a:prstGeom>
        <a:blipFill rotWithShape="1">
          <a:blip xmlns:r="http://schemas.openxmlformats.org/officeDocument/2006/relationships" r:embed="rId1">
            <a:duotone>
              <a:schemeClr val="accent3">
                <a:hueOff val="0"/>
                <a:satOff val="0"/>
                <a:lumOff val="0"/>
                <a:alphaOff val="0"/>
                <a:tint val="98000"/>
                <a:lumMod val="102000"/>
              </a:schemeClr>
              <a:schemeClr val="accent3">
                <a:hueOff val="0"/>
                <a:satOff val="0"/>
                <a:lumOff val="0"/>
                <a:alphaOff val="0"/>
                <a:shade val="98000"/>
                <a:lumMod val="98000"/>
              </a:schemeClr>
            </a:duotone>
          </a:blip>
          <a:tile tx="0" ty="0" sx="100000" sy="100000" flip="none" algn="tl"/>
        </a:blip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15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Track issue and bugs related to your software and mobile apps. It is also used for project management. </a:t>
          </a:r>
        </a:p>
      </dsp:txBody>
      <dsp:txXfrm>
        <a:off x="65201" y="3267204"/>
        <a:ext cx="5597942" cy="2095727"/>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E79CE6-C410-4210-8132-2E7A91AD9A09}">
      <dsp:nvSpPr>
        <dsp:cNvPr id="0" name=""/>
        <dsp:cNvSpPr/>
      </dsp:nvSpPr>
      <dsp:spPr>
        <a:xfrm>
          <a:off x="0" y="572"/>
          <a:ext cx="5906327" cy="48056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3EF3B8C-3D22-4406-8FB8-1F16D70B4AF4}">
      <dsp:nvSpPr>
        <dsp:cNvPr id="0" name=""/>
        <dsp:cNvSpPr/>
      </dsp:nvSpPr>
      <dsp:spPr>
        <a:xfrm>
          <a:off x="145370" y="108699"/>
          <a:ext cx="264310" cy="26431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7AB5775E-709D-4D2A-A5CC-8B646E54F4C6}">
      <dsp:nvSpPr>
        <dsp:cNvPr id="0" name=""/>
        <dsp:cNvSpPr/>
      </dsp:nvSpPr>
      <dsp:spPr>
        <a:xfrm>
          <a:off x="555051" y="572"/>
          <a:ext cx="5351276" cy="4805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60" tIns="50860" rIns="50860" bIns="50860" numCol="1" spcCol="1270" anchor="ctr" anchorCtr="0">
          <a:noAutofit/>
        </a:bodyPr>
        <a:lstStyle/>
        <a:p>
          <a:pPr marL="0" lvl="0" indent="0" algn="l" defTabSz="889000">
            <a:lnSpc>
              <a:spcPct val="10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Issue Tracking</a:t>
          </a:r>
        </a:p>
      </dsp:txBody>
      <dsp:txXfrm>
        <a:off x="555051" y="572"/>
        <a:ext cx="5351276" cy="480564"/>
      </dsp:txXfrm>
    </dsp:sp>
    <dsp:sp modelId="{7115AD8B-47E8-4136-AC94-6490FFB1057E}">
      <dsp:nvSpPr>
        <dsp:cNvPr id="0" name=""/>
        <dsp:cNvSpPr/>
      </dsp:nvSpPr>
      <dsp:spPr>
        <a:xfrm>
          <a:off x="0" y="601277"/>
          <a:ext cx="5906327" cy="48056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17A9103-4221-4509-8642-F3C97436963F}">
      <dsp:nvSpPr>
        <dsp:cNvPr id="0" name=""/>
        <dsp:cNvSpPr/>
      </dsp:nvSpPr>
      <dsp:spPr>
        <a:xfrm>
          <a:off x="145370" y="709404"/>
          <a:ext cx="264310" cy="26431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52D00C5C-379C-4FAC-8836-F12D65F3ACA8}">
      <dsp:nvSpPr>
        <dsp:cNvPr id="0" name=""/>
        <dsp:cNvSpPr/>
      </dsp:nvSpPr>
      <dsp:spPr>
        <a:xfrm>
          <a:off x="555051" y="601277"/>
          <a:ext cx="5351276" cy="4805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60" tIns="50860" rIns="50860" bIns="50860" numCol="1" spcCol="1270" anchor="ctr" anchorCtr="0">
          <a:noAutofit/>
        </a:bodyPr>
        <a:lstStyle/>
        <a:p>
          <a:pPr marL="0" lvl="0" indent="0" algn="l" defTabSz="889000">
            <a:lnSpc>
              <a:spcPct val="10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Agile Project Management</a:t>
          </a:r>
        </a:p>
      </dsp:txBody>
      <dsp:txXfrm>
        <a:off x="555051" y="601277"/>
        <a:ext cx="5351276" cy="480564"/>
      </dsp:txXfrm>
    </dsp:sp>
    <dsp:sp modelId="{0BC7CC28-8F7C-4773-AB52-ED4D29D1FE8D}">
      <dsp:nvSpPr>
        <dsp:cNvPr id="0" name=""/>
        <dsp:cNvSpPr/>
      </dsp:nvSpPr>
      <dsp:spPr>
        <a:xfrm>
          <a:off x="0" y="1201982"/>
          <a:ext cx="5906327" cy="48056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DAD92C4-6363-4491-8738-77B58B6E8462}">
      <dsp:nvSpPr>
        <dsp:cNvPr id="0" name=""/>
        <dsp:cNvSpPr/>
      </dsp:nvSpPr>
      <dsp:spPr>
        <a:xfrm>
          <a:off x="145370" y="1310109"/>
          <a:ext cx="264310" cy="26431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B3CF9015-C639-4167-9229-FF19BEDCD591}">
      <dsp:nvSpPr>
        <dsp:cNvPr id="0" name=""/>
        <dsp:cNvSpPr/>
      </dsp:nvSpPr>
      <dsp:spPr>
        <a:xfrm>
          <a:off x="555051" y="1201982"/>
          <a:ext cx="5351276" cy="4805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60" tIns="50860" rIns="50860" bIns="50860" numCol="1" spcCol="1270" anchor="ctr" anchorCtr="0">
          <a:noAutofit/>
        </a:bodyPr>
        <a:lstStyle/>
        <a:p>
          <a:pPr marL="0" lvl="0" indent="0" algn="l" defTabSz="889000">
            <a:lnSpc>
              <a:spcPct val="10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Workflow Management</a:t>
          </a:r>
        </a:p>
      </dsp:txBody>
      <dsp:txXfrm>
        <a:off x="555051" y="1201982"/>
        <a:ext cx="5351276" cy="480564"/>
      </dsp:txXfrm>
    </dsp:sp>
    <dsp:sp modelId="{A1CD9A29-C577-40CA-B1DB-6BB8C3D1EFDE}">
      <dsp:nvSpPr>
        <dsp:cNvPr id="0" name=""/>
        <dsp:cNvSpPr/>
      </dsp:nvSpPr>
      <dsp:spPr>
        <a:xfrm>
          <a:off x="0" y="1802687"/>
          <a:ext cx="5906327" cy="48056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F1C56A2-A525-4C5C-B4AB-19EB3E9B3F2E}">
      <dsp:nvSpPr>
        <dsp:cNvPr id="0" name=""/>
        <dsp:cNvSpPr/>
      </dsp:nvSpPr>
      <dsp:spPr>
        <a:xfrm>
          <a:off x="145370" y="1910814"/>
          <a:ext cx="264310" cy="26431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7A14BBEF-E11F-4DC9-B64C-613844B9EEEA}">
      <dsp:nvSpPr>
        <dsp:cNvPr id="0" name=""/>
        <dsp:cNvSpPr/>
      </dsp:nvSpPr>
      <dsp:spPr>
        <a:xfrm>
          <a:off x="555051" y="1802687"/>
          <a:ext cx="5351276" cy="4805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60" tIns="50860" rIns="50860" bIns="50860" numCol="1" spcCol="1270" anchor="ctr" anchorCtr="0">
          <a:noAutofit/>
        </a:bodyPr>
        <a:lstStyle/>
        <a:p>
          <a:pPr marL="0" lvl="0" indent="0" algn="l" defTabSz="889000">
            <a:lnSpc>
              <a:spcPct val="10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Collaboration and Communication</a:t>
          </a:r>
        </a:p>
      </dsp:txBody>
      <dsp:txXfrm>
        <a:off x="555051" y="1802687"/>
        <a:ext cx="5351276" cy="480564"/>
      </dsp:txXfrm>
    </dsp:sp>
    <dsp:sp modelId="{E1C05E6F-876B-4B9B-BE1E-9967CE6A2728}">
      <dsp:nvSpPr>
        <dsp:cNvPr id="0" name=""/>
        <dsp:cNvSpPr/>
      </dsp:nvSpPr>
      <dsp:spPr>
        <a:xfrm>
          <a:off x="0" y="2403393"/>
          <a:ext cx="5906327" cy="48056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0B2E0F8-C728-4F46-90A6-F078DC935952}">
      <dsp:nvSpPr>
        <dsp:cNvPr id="0" name=""/>
        <dsp:cNvSpPr/>
      </dsp:nvSpPr>
      <dsp:spPr>
        <a:xfrm>
          <a:off x="145370" y="2511519"/>
          <a:ext cx="264310" cy="26431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0F52BADE-77C9-450E-BB8F-3C223DB0CED8}">
      <dsp:nvSpPr>
        <dsp:cNvPr id="0" name=""/>
        <dsp:cNvSpPr/>
      </dsp:nvSpPr>
      <dsp:spPr>
        <a:xfrm>
          <a:off x="555051" y="2403393"/>
          <a:ext cx="5351276" cy="4805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60" tIns="50860" rIns="50860" bIns="50860" numCol="1" spcCol="1270" anchor="ctr" anchorCtr="0">
          <a:noAutofit/>
        </a:bodyPr>
        <a:lstStyle/>
        <a:p>
          <a:pPr marL="0" lvl="0" indent="0" algn="l" defTabSz="889000">
            <a:lnSpc>
              <a:spcPct val="10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Reporting and Analytics</a:t>
          </a:r>
        </a:p>
      </dsp:txBody>
      <dsp:txXfrm>
        <a:off x="555051" y="2403393"/>
        <a:ext cx="5351276" cy="480564"/>
      </dsp:txXfrm>
    </dsp:sp>
    <dsp:sp modelId="{BA98947F-6EA1-479F-A39D-848181A3C84C}">
      <dsp:nvSpPr>
        <dsp:cNvPr id="0" name=""/>
        <dsp:cNvSpPr/>
      </dsp:nvSpPr>
      <dsp:spPr>
        <a:xfrm>
          <a:off x="0" y="3004098"/>
          <a:ext cx="5906327" cy="48056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BF7925F-183A-4DCB-84CC-B22431EA7652}">
      <dsp:nvSpPr>
        <dsp:cNvPr id="0" name=""/>
        <dsp:cNvSpPr/>
      </dsp:nvSpPr>
      <dsp:spPr>
        <a:xfrm>
          <a:off x="145370" y="3112225"/>
          <a:ext cx="264310" cy="264310"/>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9F80E635-B48C-4651-9412-7AEED1446142}">
      <dsp:nvSpPr>
        <dsp:cNvPr id="0" name=""/>
        <dsp:cNvSpPr/>
      </dsp:nvSpPr>
      <dsp:spPr>
        <a:xfrm>
          <a:off x="555051" y="3004098"/>
          <a:ext cx="5351276" cy="4805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60" tIns="50860" rIns="50860" bIns="50860" numCol="1" spcCol="1270" anchor="ctr" anchorCtr="0">
          <a:noAutofit/>
        </a:bodyPr>
        <a:lstStyle/>
        <a:p>
          <a:pPr marL="0" lvl="0" indent="0" algn="l" defTabSz="889000">
            <a:lnSpc>
              <a:spcPct val="10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Field Configuration</a:t>
          </a:r>
        </a:p>
      </dsp:txBody>
      <dsp:txXfrm>
        <a:off x="555051" y="3004098"/>
        <a:ext cx="5351276" cy="480564"/>
      </dsp:txXfrm>
    </dsp:sp>
    <dsp:sp modelId="{C9833335-1E22-40AF-A7FB-DA5D702EB8B4}">
      <dsp:nvSpPr>
        <dsp:cNvPr id="0" name=""/>
        <dsp:cNvSpPr/>
      </dsp:nvSpPr>
      <dsp:spPr>
        <a:xfrm>
          <a:off x="0" y="3604803"/>
          <a:ext cx="5906327" cy="48056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6DE1AC9-AC25-4CF1-80B1-6A8AC385845C}">
      <dsp:nvSpPr>
        <dsp:cNvPr id="0" name=""/>
        <dsp:cNvSpPr/>
      </dsp:nvSpPr>
      <dsp:spPr>
        <a:xfrm>
          <a:off x="145370" y="3712930"/>
          <a:ext cx="264310" cy="264310"/>
        </a:xfrm>
        <a:prstGeom prst="rect">
          <a:avLst/>
        </a:prstGeom>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04333D55-9383-48BA-9AC8-A907A69D6C29}">
      <dsp:nvSpPr>
        <dsp:cNvPr id="0" name=""/>
        <dsp:cNvSpPr/>
      </dsp:nvSpPr>
      <dsp:spPr>
        <a:xfrm>
          <a:off x="555051" y="3604803"/>
          <a:ext cx="5351276" cy="4805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60" tIns="50860" rIns="50860" bIns="50860" numCol="1" spcCol="1270" anchor="ctr" anchorCtr="0">
          <a:noAutofit/>
        </a:bodyPr>
        <a:lstStyle/>
        <a:p>
          <a:pPr marL="0" lvl="0" indent="0" algn="l" defTabSz="889000">
            <a:lnSpc>
              <a:spcPct val="10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Notifications</a:t>
          </a:r>
        </a:p>
      </dsp:txBody>
      <dsp:txXfrm>
        <a:off x="555051" y="3604803"/>
        <a:ext cx="5351276" cy="480564"/>
      </dsp:txXfrm>
    </dsp:sp>
    <dsp:sp modelId="{05FB8D14-38F1-44EA-98F4-EF1BD62704D7}">
      <dsp:nvSpPr>
        <dsp:cNvPr id="0" name=""/>
        <dsp:cNvSpPr/>
      </dsp:nvSpPr>
      <dsp:spPr>
        <a:xfrm>
          <a:off x="0" y="4205508"/>
          <a:ext cx="5906327" cy="48056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C774907-06D8-4C31-962E-2CD203128300}">
      <dsp:nvSpPr>
        <dsp:cNvPr id="0" name=""/>
        <dsp:cNvSpPr/>
      </dsp:nvSpPr>
      <dsp:spPr>
        <a:xfrm>
          <a:off x="145370" y="4313635"/>
          <a:ext cx="264310" cy="264310"/>
        </a:xfrm>
        <a:prstGeom prst="rect">
          <a:avLst/>
        </a:prstGeom>
        <a:blipFill>
          <a:blip xmlns:r="http://schemas.openxmlformats.org/officeDocument/2006/relationships"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D4261BDF-FE10-459B-9CB3-7E9F5BEEA131}">
      <dsp:nvSpPr>
        <dsp:cNvPr id="0" name=""/>
        <dsp:cNvSpPr/>
      </dsp:nvSpPr>
      <dsp:spPr>
        <a:xfrm>
          <a:off x="555051" y="4205508"/>
          <a:ext cx="5351276" cy="4805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60" tIns="50860" rIns="50860" bIns="50860" numCol="1" spcCol="1270" anchor="ctr" anchorCtr="0">
          <a:noAutofit/>
        </a:bodyPr>
        <a:lstStyle/>
        <a:p>
          <a:pPr marL="0" lvl="0" indent="0" algn="l" defTabSz="889000">
            <a:lnSpc>
              <a:spcPct val="10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Permissions Stories Tracking</a:t>
          </a:r>
        </a:p>
      </dsp:txBody>
      <dsp:txXfrm>
        <a:off x="555051" y="4205508"/>
        <a:ext cx="5351276" cy="480564"/>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A7642E-EEC3-4DA0-8713-E50D2E76C222}">
      <dsp:nvSpPr>
        <dsp:cNvPr id="0" name=""/>
        <dsp:cNvSpPr/>
      </dsp:nvSpPr>
      <dsp:spPr>
        <a:xfrm>
          <a:off x="0" y="265842"/>
          <a:ext cx="5816600" cy="403200"/>
        </a:xfrm>
        <a:prstGeom prst="rect">
          <a:avLst/>
        </a:prstGeom>
        <a:solidFill>
          <a:schemeClr val="lt1">
            <a:alpha val="90000"/>
            <a:hueOff val="0"/>
            <a:satOff val="0"/>
            <a:lumOff val="0"/>
            <a:alphaOff val="0"/>
          </a:schemeClr>
        </a:solidFill>
        <a:ln w="9525" cap="rnd"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A97CF140-397A-45B6-8EE0-39BF76B226A3}">
      <dsp:nvSpPr>
        <dsp:cNvPr id="0" name=""/>
        <dsp:cNvSpPr/>
      </dsp:nvSpPr>
      <dsp:spPr>
        <a:xfrm>
          <a:off x="290830" y="29682"/>
          <a:ext cx="4071620" cy="472320"/>
        </a:xfrm>
        <a:prstGeom prst="roundRect">
          <a:avLst/>
        </a:prstGeom>
        <a:blipFill rotWithShape="1">
          <a:blip xmlns:r="http://schemas.openxmlformats.org/officeDocument/2006/relationships" r:embed="rId1">
            <a:duotone>
              <a:schemeClr val="accent1">
                <a:hueOff val="0"/>
                <a:satOff val="0"/>
                <a:lumOff val="0"/>
                <a:alphaOff val="0"/>
                <a:tint val="98000"/>
                <a:lumMod val="102000"/>
              </a:schemeClr>
              <a:schemeClr val="accent1">
                <a:hueOff val="0"/>
                <a:satOff val="0"/>
                <a:lumOff val="0"/>
                <a:alphaOff val="0"/>
                <a:shade val="98000"/>
                <a:lumMod val="98000"/>
              </a:schemeClr>
            </a:duotone>
          </a:blip>
          <a:tile tx="0" ty="0" sx="100000" sy="100000" flip="none" algn="tl"/>
        </a:blip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53898" tIns="0" rIns="153898" bIns="0" numCol="1" spcCol="1270" anchor="ctr" anchorCtr="0">
          <a:noAutofit/>
        </a:bodyPr>
        <a:lstStyle/>
        <a:p>
          <a:pPr marL="0" lvl="0" indent="0" algn="l"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Project Overview Dashboard</a:t>
          </a:r>
        </a:p>
      </dsp:txBody>
      <dsp:txXfrm>
        <a:off x="313887" y="52739"/>
        <a:ext cx="4025506" cy="426206"/>
      </dsp:txXfrm>
    </dsp:sp>
    <dsp:sp modelId="{40DD867B-8956-428A-8AAA-A21157870487}">
      <dsp:nvSpPr>
        <dsp:cNvPr id="0" name=""/>
        <dsp:cNvSpPr/>
      </dsp:nvSpPr>
      <dsp:spPr>
        <a:xfrm>
          <a:off x="0" y="991602"/>
          <a:ext cx="5816600" cy="403200"/>
        </a:xfrm>
        <a:prstGeom prst="rect">
          <a:avLst/>
        </a:prstGeom>
        <a:solidFill>
          <a:schemeClr val="lt1">
            <a:alpha val="90000"/>
            <a:hueOff val="0"/>
            <a:satOff val="0"/>
            <a:lumOff val="0"/>
            <a:alphaOff val="0"/>
          </a:schemeClr>
        </a:solidFill>
        <a:ln w="9525" cap="rnd"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D8FDE2FF-1B56-4CCB-99A7-2F262F6ABE67}">
      <dsp:nvSpPr>
        <dsp:cNvPr id="0" name=""/>
        <dsp:cNvSpPr/>
      </dsp:nvSpPr>
      <dsp:spPr>
        <a:xfrm>
          <a:off x="290830" y="755442"/>
          <a:ext cx="4071620" cy="472320"/>
        </a:xfrm>
        <a:prstGeom prst="roundRect">
          <a:avLst/>
        </a:prstGeom>
        <a:blipFill rotWithShape="1">
          <a:blip xmlns:r="http://schemas.openxmlformats.org/officeDocument/2006/relationships" r:embed="rId1">
            <a:duotone>
              <a:schemeClr val="accent1">
                <a:hueOff val="0"/>
                <a:satOff val="0"/>
                <a:lumOff val="0"/>
                <a:alphaOff val="0"/>
                <a:tint val="98000"/>
                <a:lumMod val="102000"/>
              </a:schemeClr>
              <a:schemeClr val="accent1">
                <a:hueOff val="0"/>
                <a:satOff val="0"/>
                <a:lumOff val="0"/>
                <a:alphaOff val="0"/>
                <a:shade val="98000"/>
                <a:lumMod val="98000"/>
              </a:schemeClr>
            </a:duotone>
          </a:blip>
          <a:tile tx="0" ty="0" sx="100000" sy="100000" flip="none" algn="tl"/>
        </a:blip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53898" tIns="0" rIns="153898" bIns="0" numCol="1" spcCol="1270" anchor="ctr" anchorCtr="0">
          <a:noAutofit/>
        </a:bodyPr>
        <a:lstStyle/>
        <a:p>
          <a:pPr marL="0" lvl="0" indent="0" algn="l"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Agile Scrum Dashboard</a:t>
          </a:r>
        </a:p>
      </dsp:txBody>
      <dsp:txXfrm>
        <a:off x="313887" y="778499"/>
        <a:ext cx="4025506" cy="426206"/>
      </dsp:txXfrm>
    </dsp:sp>
    <dsp:sp modelId="{E8E5FDF6-EF4F-4A3E-95D3-4378374C5287}">
      <dsp:nvSpPr>
        <dsp:cNvPr id="0" name=""/>
        <dsp:cNvSpPr/>
      </dsp:nvSpPr>
      <dsp:spPr>
        <a:xfrm>
          <a:off x="0" y="1717362"/>
          <a:ext cx="5816600" cy="403200"/>
        </a:xfrm>
        <a:prstGeom prst="rect">
          <a:avLst/>
        </a:prstGeom>
        <a:solidFill>
          <a:schemeClr val="lt1">
            <a:alpha val="90000"/>
            <a:hueOff val="0"/>
            <a:satOff val="0"/>
            <a:lumOff val="0"/>
            <a:alphaOff val="0"/>
          </a:schemeClr>
        </a:solidFill>
        <a:ln w="9525" cap="rnd"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462A70D2-2304-4D71-B5A3-3CA511D57B81}">
      <dsp:nvSpPr>
        <dsp:cNvPr id="0" name=""/>
        <dsp:cNvSpPr/>
      </dsp:nvSpPr>
      <dsp:spPr>
        <a:xfrm>
          <a:off x="290830" y="1481202"/>
          <a:ext cx="4071620" cy="472320"/>
        </a:xfrm>
        <a:prstGeom prst="roundRect">
          <a:avLst/>
        </a:prstGeom>
        <a:blipFill rotWithShape="1">
          <a:blip xmlns:r="http://schemas.openxmlformats.org/officeDocument/2006/relationships" r:embed="rId1">
            <a:duotone>
              <a:schemeClr val="accent1">
                <a:hueOff val="0"/>
                <a:satOff val="0"/>
                <a:lumOff val="0"/>
                <a:alphaOff val="0"/>
                <a:tint val="98000"/>
                <a:lumMod val="102000"/>
              </a:schemeClr>
              <a:schemeClr val="accent1">
                <a:hueOff val="0"/>
                <a:satOff val="0"/>
                <a:lumOff val="0"/>
                <a:alphaOff val="0"/>
                <a:shade val="98000"/>
                <a:lumMod val="98000"/>
              </a:schemeClr>
            </a:duotone>
          </a:blip>
          <a:tile tx="0" ty="0" sx="100000" sy="100000" flip="none" algn="tl"/>
        </a:blip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53898" tIns="0" rIns="153898" bIns="0" numCol="1" spcCol="1270" anchor="ctr" anchorCtr="0">
          <a:noAutofit/>
        </a:bodyPr>
        <a:lstStyle/>
        <a:p>
          <a:pPr marL="0" lvl="0" indent="0" algn="l"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Kanban Dashboard</a:t>
          </a:r>
        </a:p>
      </dsp:txBody>
      <dsp:txXfrm>
        <a:off x="313887" y="1504259"/>
        <a:ext cx="4025506" cy="426206"/>
      </dsp:txXfrm>
    </dsp:sp>
    <dsp:sp modelId="{136DD605-2F80-4A13-A8BA-AB28EF6CC80F}">
      <dsp:nvSpPr>
        <dsp:cNvPr id="0" name=""/>
        <dsp:cNvSpPr/>
      </dsp:nvSpPr>
      <dsp:spPr>
        <a:xfrm>
          <a:off x="0" y="2443122"/>
          <a:ext cx="5816600" cy="403200"/>
        </a:xfrm>
        <a:prstGeom prst="rect">
          <a:avLst/>
        </a:prstGeom>
        <a:solidFill>
          <a:schemeClr val="lt1">
            <a:alpha val="90000"/>
            <a:hueOff val="0"/>
            <a:satOff val="0"/>
            <a:lumOff val="0"/>
            <a:alphaOff val="0"/>
          </a:schemeClr>
        </a:solidFill>
        <a:ln w="9525" cap="rnd"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F91978B8-4159-48AD-B22D-D1A083A0E8C4}">
      <dsp:nvSpPr>
        <dsp:cNvPr id="0" name=""/>
        <dsp:cNvSpPr/>
      </dsp:nvSpPr>
      <dsp:spPr>
        <a:xfrm>
          <a:off x="290830" y="2206962"/>
          <a:ext cx="4071620" cy="472320"/>
        </a:xfrm>
        <a:prstGeom prst="roundRect">
          <a:avLst/>
        </a:prstGeom>
        <a:blipFill rotWithShape="1">
          <a:blip xmlns:r="http://schemas.openxmlformats.org/officeDocument/2006/relationships" r:embed="rId1">
            <a:duotone>
              <a:schemeClr val="accent1">
                <a:hueOff val="0"/>
                <a:satOff val="0"/>
                <a:lumOff val="0"/>
                <a:alphaOff val="0"/>
                <a:tint val="98000"/>
                <a:lumMod val="102000"/>
              </a:schemeClr>
              <a:schemeClr val="accent1">
                <a:hueOff val="0"/>
                <a:satOff val="0"/>
                <a:lumOff val="0"/>
                <a:alphaOff val="0"/>
                <a:shade val="98000"/>
                <a:lumMod val="98000"/>
              </a:schemeClr>
            </a:duotone>
          </a:blip>
          <a:tile tx="0" ty="0" sx="100000" sy="100000" flip="none" algn="tl"/>
        </a:blip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53898" tIns="0" rIns="153898" bIns="0" numCol="1" spcCol="1270" anchor="ctr" anchorCtr="0">
          <a:noAutofit/>
        </a:bodyPr>
        <a:lstStyle/>
        <a:p>
          <a:pPr marL="0" lvl="0" indent="0" algn="l"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Issue Tracking Dashboard</a:t>
          </a:r>
        </a:p>
      </dsp:txBody>
      <dsp:txXfrm>
        <a:off x="313887" y="2230019"/>
        <a:ext cx="4025506" cy="426206"/>
      </dsp:txXfrm>
    </dsp:sp>
    <dsp:sp modelId="{01FD5995-3E5D-4EA1-B01B-DE9B0523D869}">
      <dsp:nvSpPr>
        <dsp:cNvPr id="0" name=""/>
        <dsp:cNvSpPr/>
      </dsp:nvSpPr>
      <dsp:spPr>
        <a:xfrm>
          <a:off x="0" y="3168882"/>
          <a:ext cx="5816600" cy="403200"/>
        </a:xfrm>
        <a:prstGeom prst="rect">
          <a:avLst/>
        </a:prstGeom>
        <a:solidFill>
          <a:schemeClr val="lt1">
            <a:alpha val="90000"/>
            <a:hueOff val="0"/>
            <a:satOff val="0"/>
            <a:lumOff val="0"/>
            <a:alphaOff val="0"/>
          </a:schemeClr>
        </a:solidFill>
        <a:ln w="9525" cap="rnd"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58DBC993-0654-4115-B8FD-FCEE3F8C4071}">
      <dsp:nvSpPr>
        <dsp:cNvPr id="0" name=""/>
        <dsp:cNvSpPr/>
      </dsp:nvSpPr>
      <dsp:spPr>
        <a:xfrm>
          <a:off x="290830" y="2932722"/>
          <a:ext cx="4071620" cy="472320"/>
        </a:xfrm>
        <a:prstGeom prst="roundRect">
          <a:avLst/>
        </a:prstGeom>
        <a:blipFill rotWithShape="1">
          <a:blip xmlns:r="http://schemas.openxmlformats.org/officeDocument/2006/relationships" r:embed="rId1">
            <a:duotone>
              <a:schemeClr val="accent1">
                <a:hueOff val="0"/>
                <a:satOff val="0"/>
                <a:lumOff val="0"/>
                <a:alphaOff val="0"/>
                <a:tint val="98000"/>
                <a:lumMod val="102000"/>
              </a:schemeClr>
              <a:schemeClr val="accent1">
                <a:hueOff val="0"/>
                <a:satOff val="0"/>
                <a:lumOff val="0"/>
                <a:alphaOff val="0"/>
                <a:shade val="98000"/>
                <a:lumMod val="98000"/>
              </a:schemeClr>
            </a:duotone>
          </a:blip>
          <a:tile tx="0" ty="0" sx="100000" sy="100000" flip="none" algn="tl"/>
        </a:blip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53898" tIns="0" rIns="153898" bIns="0" numCol="1" spcCol="1270" anchor="ctr" anchorCtr="0">
          <a:noAutofit/>
        </a:bodyPr>
        <a:lstStyle/>
        <a:p>
          <a:pPr marL="0" lvl="0" indent="0" algn="l"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Release Management Dashboard</a:t>
          </a:r>
        </a:p>
      </dsp:txBody>
      <dsp:txXfrm>
        <a:off x="313887" y="2955779"/>
        <a:ext cx="4025506" cy="426206"/>
      </dsp:txXfrm>
    </dsp:sp>
    <dsp:sp modelId="{7CF25C6E-8FE9-4D9E-8BA5-E088CC9C76CC}">
      <dsp:nvSpPr>
        <dsp:cNvPr id="0" name=""/>
        <dsp:cNvSpPr/>
      </dsp:nvSpPr>
      <dsp:spPr>
        <a:xfrm>
          <a:off x="0" y="3894642"/>
          <a:ext cx="5816600" cy="403200"/>
        </a:xfrm>
        <a:prstGeom prst="rect">
          <a:avLst/>
        </a:prstGeom>
        <a:solidFill>
          <a:schemeClr val="lt1">
            <a:alpha val="90000"/>
            <a:hueOff val="0"/>
            <a:satOff val="0"/>
            <a:lumOff val="0"/>
            <a:alphaOff val="0"/>
          </a:schemeClr>
        </a:solidFill>
        <a:ln w="9525" cap="rnd"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28B3A67A-F8BD-425C-B672-9FFE4C6312CF}">
      <dsp:nvSpPr>
        <dsp:cNvPr id="0" name=""/>
        <dsp:cNvSpPr/>
      </dsp:nvSpPr>
      <dsp:spPr>
        <a:xfrm>
          <a:off x="290830" y="3658482"/>
          <a:ext cx="4071620" cy="472320"/>
        </a:xfrm>
        <a:prstGeom prst="roundRect">
          <a:avLst/>
        </a:prstGeom>
        <a:blipFill rotWithShape="1">
          <a:blip xmlns:r="http://schemas.openxmlformats.org/officeDocument/2006/relationships" r:embed="rId1">
            <a:duotone>
              <a:schemeClr val="accent1">
                <a:hueOff val="0"/>
                <a:satOff val="0"/>
                <a:lumOff val="0"/>
                <a:alphaOff val="0"/>
                <a:tint val="98000"/>
                <a:lumMod val="102000"/>
              </a:schemeClr>
              <a:schemeClr val="accent1">
                <a:hueOff val="0"/>
                <a:satOff val="0"/>
                <a:lumOff val="0"/>
                <a:alphaOff val="0"/>
                <a:shade val="98000"/>
                <a:lumMod val="98000"/>
              </a:schemeClr>
            </a:duotone>
          </a:blip>
          <a:tile tx="0" ty="0" sx="100000" sy="100000" flip="none" algn="tl"/>
        </a:blip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53898" tIns="0" rIns="153898" bIns="0" numCol="1" spcCol="1270" anchor="ctr" anchorCtr="0">
          <a:noAutofit/>
        </a:bodyPr>
        <a:lstStyle/>
        <a:p>
          <a:pPr marL="0" lvl="0" indent="0" algn="l"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Portfolio Dashboard</a:t>
          </a:r>
        </a:p>
      </dsp:txBody>
      <dsp:txXfrm>
        <a:off x="313887" y="3681539"/>
        <a:ext cx="4025506" cy="426206"/>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cycle1">
  <dgm:title val=""/>
  <dgm:desc val=""/>
  <dgm:catLst>
    <dgm:cat type="cycle" pri="2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alg type="cycle">
          <dgm:param type="stAng" val="0"/>
          <dgm:param type="spanAng" val="360"/>
        </dgm:alg>
      </dgm:if>
      <dgm:else name="Name2">
        <dgm:alg type="cycle">
          <dgm:param type="stAng" val="0"/>
          <dgm:param type="spanAng" val="-360"/>
        </dgm:alg>
      </dgm:else>
    </dgm:choose>
    <dgm:shape xmlns:r="http://schemas.openxmlformats.org/officeDocument/2006/relationships" r:blip="">
      <dgm:adjLst/>
    </dgm:shape>
    <dgm:presOf/>
    <dgm:choose name="Name3">
      <dgm:if name="Name4" func="var" arg="dir" op="equ" val="norm">
        <dgm:constrLst>
          <dgm:constr type="diam" val="1"/>
          <dgm:constr type="w" for="ch" forName="node" refType="w"/>
          <dgm:constr type="w" for="ch" ptType="sibTrans" refType="w" refFor="ch" refForName="node" fact="0.5"/>
          <dgm:constr type="h" for="ch" ptType="sibTrans" op="equ"/>
          <dgm:constr type="diam" for="ch" ptType="sibTrans" refType="diam" op="equ"/>
          <dgm:constr type="sibSp" refType="w" refFor="ch" refForName="node" fact="0.15"/>
          <dgm:constr type="w" for="ch" forName="dummy" refType="sibSp" fact="2.8"/>
          <dgm:constr type="primFontSz" for="ch" forName="node" op="equ" val="65"/>
        </dgm:constrLst>
      </dgm:if>
      <dgm:else name="Name5">
        <dgm:constrLst>
          <dgm:constr type="diam" val="1"/>
          <dgm:constr type="w" for="ch" forName="node" refType="w"/>
          <dgm:constr type="w" for="ch" ptType="sibTrans" refType="w" refFor="ch" refForName="node" fact="0.5"/>
          <dgm:constr type="h" for="ch" ptType="sibTrans" op="equ"/>
          <dgm:constr type="diam" for="ch" ptType="sibTrans" refType="diam" op="equ" fact="-1"/>
          <dgm:constr type="sibSp" refType="w" refFor="ch" refForName="node" fact="0.15"/>
          <dgm:constr type="w" for="ch" forName="dummy" refType="sibSp" fact="2.8"/>
          <dgm:constr type="primFontSz" for="ch" forName="node" op="equ" val="65"/>
        </dgm:constrLst>
      </dgm:else>
    </dgm:choose>
    <dgm:ruleLst>
      <dgm:rule type="diam" val="INF" fact="NaN" max="NaN"/>
    </dgm:ruleLst>
    <dgm:forEach name="nodesForEach" axis="ch" ptType="node">
      <dgm:choose name="Name6">
        <dgm:if name="Name7" axis="par ch" ptType="doc node" func="cnt" op="gt" val="1">
          <dgm:layoutNode name="dummy">
            <dgm:alg type="sp"/>
            <dgm:shape xmlns:r="http://schemas.openxmlformats.org/officeDocument/2006/relationships" r:blip="">
              <dgm:adjLst/>
            </dgm:shape>
            <dgm:presOf/>
            <dgm:constrLst>
              <dgm:constr type="h" refType="w"/>
            </dgm:constrLst>
            <dgm:ruleLst/>
          </dgm:layoutNode>
        </dgm:if>
        <dgm:else name="Name8"/>
      </dgm:choose>
      <dgm:layoutNode name="node" styleLbl="revTx">
        <dgm:varLst>
          <dgm:bulletEnabled val="1"/>
        </dgm:varLst>
        <dgm:alg type="tx">
          <dgm:param type="txAnchorVertCh" val="mid"/>
        </dgm:alg>
        <dgm:shape xmlns:r="http://schemas.openxmlformats.org/officeDocument/2006/relationships" type="rect"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Name11" axis="followSib" ptType="sibTrans" hideLastTrans="0" cnt="1">
            <dgm:layoutNode name="sibTrans" styleLbl="node1">
              <dgm:alg type="conn">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begPad"/>
                <dgm:constr type="endPad"/>
              </dgm:constrLst>
              <dgm:ruleLst/>
            </dgm:layoutNode>
          </dgm:forEach>
        </dgm:if>
        <dgm:else name="Name12"/>
      </dgm:choose>
    </dgm:forEach>
  </dgm:layoutNode>
</dgm:layoutDef>
</file>

<file path=ppt/diagrams/layout5.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6.xml><?xml version="1.0" encoding="utf-8"?>
<dgm:layoutDef xmlns:dgm="http://schemas.openxmlformats.org/drawingml/2006/diagram" xmlns:a="http://schemas.openxmlformats.org/drawingml/2006/main" uniqueId="urn:microsoft.com/office/officeart/2005/8/layout/cycle6">
  <dgm:title val=""/>
  <dgm:desc val=""/>
  <dgm:catLst>
    <dgm:cat type="cycle" pri="4000"/>
    <dgm:cat type="relationship" pri="24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param type="endSty" val="noArr"/>
              </dgm:alg>
              <dgm:shape xmlns:r="http://schemas.openxmlformats.org/officeDocument/2006/relationships" type="conn" r:blip="">
                <dgm:adjLst/>
              </dgm:shape>
              <dgm:presOf axis="self"/>
              <dgm:constrLst>
                <dgm:constr type="h" refType="w" fact="0.65"/>
                <dgm:constr type="connDist"/>
                <dgm:constr type="begPad" refType="connDist" fact="0.01"/>
                <dgm:constr type="endPad" refType="connDist" fact="0.01"/>
              </dgm:constrLst>
              <dgm:ruleLst/>
            </dgm:layoutNode>
          </dgm:forEach>
        </dgm:if>
        <dgm:else name="Name16"/>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9.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1D22973-0B3F-4571-A25E-4DB74D4AA372}" type="datetimeFigureOut">
              <a:rPr lang="en-US" smtClean="0"/>
              <a:t>5/24/2023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E12AF09-96B5-4720-BB81-52AD1034A6BA}" type="slidenum">
              <a:rPr lang="en-US" smtClean="0"/>
              <a:t>‹#›</a:t>
            </a:fld>
            <a:endParaRPr lang="en-US"/>
          </a:p>
        </p:txBody>
      </p:sp>
    </p:spTree>
    <p:extLst>
      <p:ext uri="{BB962C8B-B14F-4D97-AF65-F5344CB8AC3E}">
        <p14:creationId xmlns:p14="http://schemas.microsoft.com/office/powerpoint/2010/main" val="19683074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1" name="Freeform 6"/>
          <p:cNvSpPr/>
          <p:nvPr/>
        </p:nvSpPr>
        <p:spPr bwMode="auto">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810001" y="1449147"/>
            <a:ext cx="10572000" cy="2971051"/>
          </a:xfrm>
        </p:spPr>
        <p:txBody>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810001" y="5280847"/>
            <a:ext cx="10572000" cy="434974"/>
          </a:xfrm>
        </p:spPr>
        <p:txBody>
          <a:bodyPr anchor="t"/>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73F6A2C-5DBB-4D98-935D-C889230B03C4}" type="datetime1">
              <a:rPr lang="en-US" smtClean="0"/>
              <a:t>5/24/2023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E97B246-A394-496D-83E9-A9CDE125FB17}" type="slidenum">
              <a:rPr lang="en-US" smtClean="0"/>
              <a:t>‹#›</a:t>
            </a:fld>
            <a:endParaRPr lang="en-US"/>
          </a:p>
        </p:txBody>
      </p:sp>
    </p:spTree>
    <p:extLst>
      <p:ext uri="{BB962C8B-B14F-4D97-AF65-F5344CB8AC3E}">
        <p14:creationId xmlns:p14="http://schemas.microsoft.com/office/powerpoint/2010/main" val="15737167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1"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447188"/>
            <a:ext cx="10571998" cy="970450"/>
          </a:xfrm>
        </p:spPr>
        <p:txBody>
          <a:bodyPr/>
          <a:lstStyle/>
          <a:p>
            <a:r>
              <a:rPr lang="en-US"/>
              <a:t>Click to edit Master title style</a:t>
            </a:r>
            <a:endParaRPr lang="en-US" dirty="0"/>
          </a:p>
        </p:txBody>
      </p:sp>
      <p:sp>
        <p:nvSpPr>
          <p:cNvPr id="3" name="Content Placeholder 2"/>
          <p:cNvSpPr>
            <a:spLocks noGrp="1"/>
          </p:cNvSpPr>
          <p:nvPr>
            <p:ph idx="1"/>
          </p:nvPr>
        </p:nvSpPr>
        <p:spPr>
          <a:xfrm>
            <a:off x="818712" y="2222287"/>
            <a:ext cx="10554574" cy="36365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6927ED3-96D8-4635-9620-57F2C588B87E}" type="datetime1">
              <a:rPr lang="en-US" smtClean="0"/>
              <a:t>5/24/2023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E97B246-A394-496D-83E9-A9CDE125FB17}" type="slidenum">
              <a:rPr lang="en-US" smtClean="0"/>
              <a:t>‹#›</a:t>
            </a:fld>
            <a:endParaRPr lang="en-US"/>
          </a:p>
        </p:txBody>
      </p:sp>
    </p:spTree>
    <p:extLst>
      <p:ext uri="{BB962C8B-B14F-4D97-AF65-F5344CB8AC3E}">
        <p14:creationId xmlns:p14="http://schemas.microsoft.com/office/powerpoint/2010/main" val="27399293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 name="Freeform 7"/>
          <p:cNvSpPr/>
          <p:nvPr/>
        </p:nvSpPr>
        <p:spPr bwMode="auto">
          <a:xfrm>
            <a:off x="0" y="1"/>
            <a:ext cx="12192000" cy="5203825"/>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2951396"/>
            <a:ext cx="10561418" cy="1468800"/>
          </a:xfrm>
        </p:spPr>
        <p:txBody>
          <a:bodyPr anchor="b"/>
          <a:lstStyle>
            <a:lvl1pPr algn="r">
              <a:defRPr sz="4800" b="1" cap="none"/>
            </a:lvl1pPr>
          </a:lstStyle>
          <a:p>
            <a:r>
              <a:rPr lang="en-US"/>
              <a:t>Click to edit Master title style</a:t>
            </a:r>
            <a:endParaRPr lang="en-US" dirty="0"/>
          </a:p>
        </p:txBody>
      </p:sp>
      <p:sp>
        <p:nvSpPr>
          <p:cNvPr id="3" name="Text Placeholder 2"/>
          <p:cNvSpPr>
            <a:spLocks noGrp="1"/>
          </p:cNvSpPr>
          <p:nvPr>
            <p:ph type="body" idx="1"/>
          </p:nvPr>
        </p:nvSpPr>
        <p:spPr>
          <a:xfrm>
            <a:off x="810000" y="5281201"/>
            <a:ext cx="10561418" cy="433955"/>
          </a:xfrm>
        </p:spPr>
        <p:txBody>
          <a:bodyPr anchor="t">
            <a:no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DF14220-F9F7-4EF1-B264-A9314AD186AB}" type="datetime1">
              <a:rPr lang="en-US" smtClean="0"/>
              <a:t>5/24/2023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E97B246-A394-496D-83E9-A9CDE125FB17}" type="slidenum">
              <a:rPr lang="en-US" smtClean="0"/>
              <a:t>‹#›</a:t>
            </a:fld>
            <a:endParaRPr lang="en-US"/>
          </a:p>
        </p:txBody>
      </p:sp>
    </p:spTree>
    <p:extLst>
      <p:ext uri="{BB962C8B-B14F-4D97-AF65-F5344CB8AC3E}">
        <p14:creationId xmlns:p14="http://schemas.microsoft.com/office/powerpoint/2010/main" val="25751345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18712" y="2222287"/>
            <a:ext cx="5185873" cy="363876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7415" y="2222287"/>
            <a:ext cx="5194583" cy="363876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63CC0AA-CB56-405B-9CDD-0C4A4F92BB8B}" type="datetime1">
              <a:rPr lang="en-US" smtClean="0"/>
              <a:t>5/24/2023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E97B246-A394-496D-83E9-A9CDE125FB17}" type="slidenum">
              <a:rPr lang="en-US" smtClean="0"/>
              <a:t>‹#›</a:t>
            </a:fld>
            <a:endParaRPr lang="en-US"/>
          </a:p>
        </p:txBody>
      </p:sp>
    </p:spTree>
    <p:extLst>
      <p:ext uri="{BB962C8B-B14F-4D97-AF65-F5344CB8AC3E}">
        <p14:creationId xmlns:p14="http://schemas.microsoft.com/office/powerpoint/2010/main" val="10533292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14728" y="2174875"/>
            <a:ext cx="5189857"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14729" y="2751138"/>
            <a:ext cx="5189856" cy="3109913"/>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7415" y="2174875"/>
            <a:ext cx="5194583"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7415" y="2751138"/>
            <a:ext cx="5194583" cy="3109913"/>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5910B0B-9095-4A45-B99C-C92B34BD912A}" type="datetime1">
              <a:rPr lang="en-US" smtClean="0"/>
              <a:t>5/24/2023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E97B246-A394-496D-83E9-A9CDE125FB17}" type="slidenum">
              <a:rPr lang="en-US" smtClean="0"/>
              <a:t>‹#›</a:t>
            </a:fld>
            <a:endParaRPr lang="en-US"/>
          </a:p>
        </p:txBody>
      </p:sp>
    </p:spTree>
    <p:extLst>
      <p:ext uri="{BB962C8B-B14F-4D97-AF65-F5344CB8AC3E}">
        <p14:creationId xmlns:p14="http://schemas.microsoft.com/office/powerpoint/2010/main" val="31682390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EF19616-613A-463E-AA50-251D015E99AF}" type="datetime1">
              <a:rPr lang="en-US" smtClean="0"/>
              <a:t>5/24/2023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E97B246-A394-496D-83E9-A9CDE125FB17}" type="slidenum">
              <a:rPr lang="en-US" smtClean="0"/>
              <a:t>‹#›</a:t>
            </a:fld>
            <a:endParaRPr lang="en-US"/>
          </a:p>
        </p:txBody>
      </p:sp>
    </p:spTree>
    <p:extLst>
      <p:ext uri="{BB962C8B-B14F-4D97-AF65-F5344CB8AC3E}">
        <p14:creationId xmlns:p14="http://schemas.microsoft.com/office/powerpoint/2010/main" val="34216886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1C8F3DD-20D9-448F-944F-FB31AF184852}" type="datetime1">
              <a:rPr lang="en-US" smtClean="0"/>
              <a:t>5/24/2023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E97B246-A394-496D-83E9-A9CDE125FB17}" type="slidenum">
              <a:rPr lang="en-US" smtClean="0"/>
              <a:t>‹#›</a:t>
            </a:fld>
            <a:endParaRPr lang="en-US"/>
          </a:p>
        </p:txBody>
      </p:sp>
    </p:spTree>
    <p:extLst>
      <p:ext uri="{BB962C8B-B14F-4D97-AF65-F5344CB8AC3E}">
        <p14:creationId xmlns:p14="http://schemas.microsoft.com/office/powerpoint/2010/main" val="13164535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2" name="Freeform 6"/>
          <p:cNvSpPr>
            <a:spLocks noChangeAspect="1"/>
          </p:cNvSpPr>
          <p:nvPr/>
        </p:nvSpPr>
        <p:spPr bwMode="auto">
          <a:xfrm>
            <a:off x="1073151" y="446087"/>
            <a:ext cx="3547533" cy="1814651"/>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1073151" y="446088"/>
            <a:ext cx="3547533" cy="1618396"/>
          </a:xfrm>
        </p:spPr>
        <p:txBody>
          <a:bodyPr anchor="b"/>
          <a:lstStyle>
            <a:lvl1pPr algn="l">
              <a:defRPr sz="2000" b="1"/>
            </a:lvl1pPr>
          </a:lstStyle>
          <a:p>
            <a:r>
              <a:rPr lang="en-US"/>
              <a:t>Click to edit Master title style</a:t>
            </a:r>
            <a:endParaRPr lang="en-US" dirty="0"/>
          </a:p>
        </p:txBody>
      </p:sp>
      <p:sp>
        <p:nvSpPr>
          <p:cNvPr id="3" name="Content Placeholder 2"/>
          <p:cNvSpPr>
            <a:spLocks noGrp="1"/>
          </p:cNvSpPr>
          <p:nvPr>
            <p:ph idx="1"/>
          </p:nvPr>
        </p:nvSpPr>
        <p:spPr>
          <a:xfrm>
            <a:off x="4855633" y="446088"/>
            <a:ext cx="6252633" cy="541496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73151" y="2260738"/>
            <a:ext cx="3547533" cy="360031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7FA99A0-EC6D-4E51-AE59-497C75841AE3}" type="datetime1">
              <a:rPr lang="en-US" smtClean="0"/>
              <a:t>5/24/2023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E97B246-A394-496D-83E9-A9CDE125FB17}" type="slidenum">
              <a:rPr lang="en-US" smtClean="0"/>
              <a:t>‹#›</a:t>
            </a:fld>
            <a:endParaRPr lang="en-US"/>
          </a:p>
        </p:txBody>
      </p:sp>
    </p:spTree>
    <p:extLst>
      <p:ext uri="{BB962C8B-B14F-4D97-AF65-F5344CB8AC3E}">
        <p14:creationId xmlns:p14="http://schemas.microsoft.com/office/powerpoint/2010/main" val="27629947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4728" y="727522"/>
            <a:ext cx="4852988" cy="1617163"/>
          </a:xfrm>
        </p:spPr>
        <p:txBody>
          <a:bodyPr anchor="b">
            <a:normAutofit/>
          </a:bodyPr>
          <a:lstStyle>
            <a:lvl1pPr algn="l">
              <a:defRPr sz="2400" b="0"/>
            </a:lvl1pPr>
          </a:lstStyle>
          <a:p>
            <a:r>
              <a:rPr lang="en-US"/>
              <a:t>Click to edit Master title style</a:t>
            </a:r>
            <a:endParaRPr lang="en-US" dirty="0"/>
          </a:p>
        </p:txBody>
      </p:sp>
      <p:sp>
        <p:nvSpPr>
          <p:cNvPr id="9" name="Picture Placeholder 11"/>
          <p:cNvSpPr>
            <a:spLocks noGrp="1" noChangeAspect="1"/>
          </p:cNvSpPr>
          <p:nvPr>
            <p:ph type="pic" sz="quarter" idx="13"/>
          </p:nvPr>
        </p:nvSpPr>
        <p:spPr bwMode="auto">
          <a:xfrm>
            <a:off x="6098117" y="0"/>
            <a:ext cx="6093883" cy="6858000"/>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noFill/>
          <a:ln w="9525">
            <a:solidFill>
              <a:schemeClr val="tx2"/>
            </a:solidFill>
            <a:round/>
            <a:headEnd/>
            <a:tailEnd/>
          </a:ln>
          <a:effectLst/>
        </p:spPr>
        <p:txBody>
          <a:bodyPr wrap="square" numCol="1" anchor="t" anchorCtr="0" compatLnSpc="1">
            <a:prstTxWarp prst="textNoShape">
              <a:avLst/>
            </a:prstTxWarp>
            <a:normAutofit/>
          </a:bodyPr>
          <a:lstStyle>
            <a:lvl1pPr algn="ctr">
              <a:buFontTx/>
              <a:buNone/>
              <a:defRPr sz="1400"/>
            </a:lvl1pPr>
          </a:lstStyle>
          <a:p>
            <a:r>
              <a:rPr lang="en-US"/>
              <a:t>Click icon to add picture</a:t>
            </a:r>
            <a:endParaRPr lang="en-US" dirty="0"/>
          </a:p>
        </p:txBody>
      </p:sp>
      <p:sp>
        <p:nvSpPr>
          <p:cNvPr id="4" name="Text Placeholder 3"/>
          <p:cNvSpPr>
            <a:spLocks noGrp="1"/>
          </p:cNvSpPr>
          <p:nvPr>
            <p:ph type="body" sz="half" idx="2"/>
          </p:nvPr>
        </p:nvSpPr>
        <p:spPr>
          <a:xfrm>
            <a:off x="814728" y="2344684"/>
            <a:ext cx="4852988" cy="3516365"/>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885810" y="6041362"/>
            <a:ext cx="976879" cy="365125"/>
          </a:xfrm>
        </p:spPr>
        <p:txBody>
          <a:bodyPr/>
          <a:lstStyle/>
          <a:p>
            <a:fld id="{CA4EF5A3-1748-4E51-A349-6B50002783F9}" type="datetime1">
              <a:rPr lang="en-US" smtClean="0"/>
              <a:t>5/24/2023</a:t>
            </a:fld>
            <a:endParaRPr lang="en-US"/>
          </a:p>
        </p:txBody>
      </p:sp>
      <p:sp>
        <p:nvSpPr>
          <p:cNvPr id="6" name="Footer Placeholder 5"/>
          <p:cNvSpPr>
            <a:spLocks noGrp="1"/>
          </p:cNvSpPr>
          <p:nvPr>
            <p:ph type="ftr" sz="quarter" idx="11"/>
          </p:nvPr>
        </p:nvSpPr>
        <p:spPr>
          <a:xfrm>
            <a:off x="590396" y="6041362"/>
            <a:ext cx="3295413" cy="365125"/>
          </a:xfrm>
        </p:spPr>
        <p:txBody>
          <a:bodyPr/>
          <a:lstStyle/>
          <a:p>
            <a:endParaRPr lang="en-US"/>
          </a:p>
        </p:txBody>
      </p:sp>
      <p:sp>
        <p:nvSpPr>
          <p:cNvPr id="7" name="Slide Number Placeholder 6"/>
          <p:cNvSpPr>
            <a:spLocks noGrp="1"/>
          </p:cNvSpPr>
          <p:nvPr>
            <p:ph type="sldNum" sz="quarter" idx="12"/>
          </p:nvPr>
        </p:nvSpPr>
        <p:spPr>
          <a:xfrm>
            <a:off x="4862689" y="5915888"/>
            <a:ext cx="1062155" cy="490599"/>
          </a:xfrm>
        </p:spPr>
        <p:txBody>
          <a:bodyPr/>
          <a:lstStyle/>
          <a:p>
            <a:fld id="{9E97B246-A394-496D-83E9-A9CDE125FB17}" type="slidenum">
              <a:rPr lang="en-US" smtClean="0"/>
              <a:t>‹#›</a:t>
            </a:fld>
            <a:endParaRPr lang="en-US"/>
          </a:p>
        </p:txBody>
      </p:sp>
    </p:spTree>
    <p:extLst>
      <p:ext uri="{BB962C8B-B14F-4D97-AF65-F5344CB8AC3E}">
        <p14:creationId xmlns:p14="http://schemas.microsoft.com/office/powerpoint/2010/main" val="40763055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0000" y="4800600"/>
            <a:ext cx="10561418" cy="566738"/>
          </a:xfrm>
        </p:spPr>
        <p:txBody>
          <a:bodyPr anchor="b">
            <a:normAutofit/>
          </a:bodyPr>
          <a:lstStyle>
            <a:lvl1pPr algn="l">
              <a:defRPr sz="2400" b="0"/>
            </a:lvl1pPr>
          </a:lstStyle>
          <a:p>
            <a:r>
              <a:rPr lang="en-US"/>
              <a:t>Click to edit Master title style</a:t>
            </a:r>
            <a:endParaRPr lang="en-US" dirty="0"/>
          </a:p>
        </p:txBody>
      </p:sp>
      <p:sp>
        <p:nvSpPr>
          <p:cNvPr id="15" name="Picture Placeholder 14"/>
          <p:cNvSpPr>
            <a:spLocks noGrp="1" noChangeAspect="1"/>
          </p:cNvSpPr>
          <p:nvPr>
            <p:ph type="pic" sz="quarter" idx="13"/>
          </p:nvPr>
        </p:nvSpPr>
        <p:spPr bwMode="auto">
          <a:xfrm>
            <a:off x="0" y="0"/>
            <a:ext cx="12192000" cy="4800600"/>
          </a:xfrm>
          <a:custGeom>
            <a:avLst/>
            <a:gdLst/>
            <a:ahLst/>
            <a:cxnLst/>
            <a:rect l="0" t="0" r="r" b="b"/>
            <a:pathLst>
              <a:path w="5760" h="3289">
                <a:moveTo>
                  <a:pt x="5760" y="0"/>
                </a:moveTo>
                <a:lnTo>
                  <a:pt x="0" y="0"/>
                </a:lnTo>
                <a:lnTo>
                  <a:pt x="0" y="3100"/>
                </a:lnTo>
                <a:lnTo>
                  <a:pt x="943" y="3100"/>
                </a:lnTo>
                <a:lnTo>
                  <a:pt x="1123" y="3281"/>
                </a:lnTo>
                <a:lnTo>
                  <a:pt x="1123" y="3281"/>
                </a:lnTo>
                <a:lnTo>
                  <a:pt x="1127" y="3283"/>
                </a:lnTo>
                <a:lnTo>
                  <a:pt x="1133" y="3286"/>
                </a:lnTo>
                <a:lnTo>
                  <a:pt x="1139" y="3289"/>
                </a:lnTo>
                <a:lnTo>
                  <a:pt x="1144" y="3289"/>
                </a:lnTo>
                <a:lnTo>
                  <a:pt x="1150" y="3289"/>
                </a:lnTo>
                <a:lnTo>
                  <a:pt x="1155" y="3286"/>
                </a:lnTo>
                <a:lnTo>
                  <a:pt x="1161" y="3283"/>
                </a:lnTo>
                <a:lnTo>
                  <a:pt x="1165" y="3281"/>
                </a:lnTo>
                <a:lnTo>
                  <a:pt x="1345" y="3100"/>
                </a:lnTo>
                <a:lnTo>
                  <a:pt x="5760" y="3100"/>
                </a:lnTo>
                <a:lnTo>
                  <a:pt x="5760" y="0"/>
                </a:lnTo>
                <a:close/>
              </a:path>
            </a:pathLst>
          </a:custGeom>
          <a:noFill/>
          <a:ln>
            <a:solidFill>
              <a:schemeClr val="tx2"/>
            </a:solidFill>
          </a:ln>
        </p:spPr>
        <p:style>
          <a:lnRef idx="1">
            <a:schemeClr val="accent1"/>
          </a:lnRef>
          <a:fillRef idx="3">
            <a:schemeClr val="accent1"/>
          </a:fillRef>
          <a:effectRef idx="2">
            <a:schemeClr val="accent1"/>
          </a:effectRef>
          <a:fontRef idx="minor">
            <a:schemeClr val="lt1"/>
          </a:fontRef>
        </p:style>
        <p:txBody>
          <a:bodyPr wrap="square" numCol="1" anchor="t" anchorCtr="0" compatLnSpc="1">
            <a:prstTxWarp prst="textNoShape">
              <a:avLst/>
            </a:prstTxWarp>
            <a:normAutofit/>
          </a:bodyPr>
          <a:lstStyle>
            <a:lvl1pPr marL="0" indent="0" algn="ctr">
              <a:buFontTx/>
              <a:buNone/>
              <a:defRPr sz="1600"/>
            </a:lvl1pPr>
          </a:lstStyle>
          <a:p>
            <a:r>
              <a:rPr lang="en-US"/>
              <a:t>Click icon to add picture</a:t>
            </a:r>
            <a:endParaRPr lang="en-US" dirty="0"/>
          </a:p>
        </p:txBody>
      </p:sp>
      <p:sp>
        <p:nvSpPr>
          <p:cNvPr id="4" name="Text Placeholder 3"/>
          <p:cNvSpPr>
            <a:spLocks noGrp="1"/>
          </p:cNvSpPr>
          <p:nvPr>
            <p:ph type="body" sz="half" idx="2"/>
          </p:nvPr>
        </p:nvSpPr>
        <p:spPr>
          <a:xfrm>
            <a:off x="810000" y="5367338"/>
            <a:ext cx="10561418"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2E2C93C-27AA-46A7-B55C-4200EFBD11CC}" type="datetime1">
              <a:rPr lang="en-US" smtClean="0"/>
              <a:t>5/24/2023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E97B246-A394-496D-83E9-A9CDE125FB17}" type="slidenum">
              <a:rPr lang="en-US" smtClean="0"/>
              <a:t>‹#›</a:t>
            </a:fld>
            <a:endParaRPr lang="en-US"/>
          </a:p>
        </p:txBody>
      </p:sp>
    </p:spTree>
    <p:extLst>
      <p:ext uri="{BB962C8B-B14F-4D97-AF65-F5344CB8AC3E}">
        <p14:creationId xmlns:p14="http://schemas.microsoft.com/office/powerpoint/2010/main" val="17283639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8" name="Freeform 6"/>
          <p:cNvSpPr>
            <a:spLocks noChangeAspect="1"/>
          </p:cNvSpPr>
          <p:nvPr/>
        </p:nvSpPr>
        <p:spPr bwMode="auto">
          <a:xfrm>
            <a:off x="631697" y="1081456"/>
            <a:ext cx="6332416" cy="3239188"/>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50985" y="1238502"/>
            <a:ext cx="5893840" cy="2645912"/>
          </a:xfrm>
        </p:spPr>
        <p:txBody>
          <a:bodyPr anchor="b"/>
          <a:lstStyle>
            <a:lvl1pPr algn="l">
              <a:defRPr sz="4200" b="1" cap="none"/>
            </a:lvl1pPr>
          </a:lstStyle>
          <a:p>
            <a:r>
              <a:rPr lang="en-US"/>
              <a:t>Click to edit Master title style</a:t>
            </a:r>
            <a:endParaRPr lang="en-US" dirty="0"/>
          </a:p>
        </p:txBody>
      </p:sp>
      <p:sp>
        <p:nvSpPr>
          <p:cNvPr id="3" name="Text Placeholder 2"/>
          <p:cNvSpPr>
            <a:spLocks noGrp="1"/>
          </p:cNvSpPr>
          <p:nvPr>
            <p:ph type="body" idx="1"/>
          </p:nvPr>
        </p:nvSpPr>
        <p:spPr>
          <a:xfrm>
            <a:off x="853190" y="4443680"/>
            <a:ext cx="5891636" cy="713241"/>
          </a:xfrm>
        </p:spPr>
        <p:txBody>
          <a:bodyPr anchor="t">
            <a:no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9" name="Text Placeholder 5"/>
          <p:cNvSpPr>
            <a:spLocks noGrp="1"/>
          </p:cNvSpPr>
          <p:nvPr>
            <p:ph type="body" sz="quarter" idx="16"/>
          </p:nvPr>
        </p:nvSpPr>
        <p:spPr>
          <a:xfrm>
            <a:off x="7574642" y="1081456"/>
            <a:ext cx="3810001" cy="4075465"/>
          </a:xfrm>
        </p:spPr>
        <p:txBody>
          <a:bodyPr anchor="t"/>
          <a:lstStyle>
            <a:lvl1pPr marL="0" indent="0">
              <a:buFontTx/>
              <a:buNone/>
              <a:defRPr/>
            </a:lvl1pPr>
          </a:lstStyle>
          <a:p>
            <a:pPr lvl="0"/>
            <a:r>
              <a:rPr lang="en-US"/>
              <a:t>Click to edit Master text styles</a:t>
            </a:r>
          </a:p>
        </p:txBody>
      </p:sp>
      <p:sp>
        <p:nvSpPr>
          <p:cNvPr id="4" name="Date Placeholder 3"/>
          <p:cNvSpPr>
            <a:spLocks noGrp="1"/>
          </p:cNvSpPr>
          <p:nvPr>
            <p:ph type="dt" sz="half" idx="10"/>
          </p:nvPr>
        </p:nvSpPr>
        <p:spPr/>
        <p:txBody>
          <a:bodyPr/>
          <a:lstStyle/>
          <a:p>
            <a:fld id="{1AD307BC-44BB-4AE0-993C-69D1168F67E1}" type="datetime1">
              <a:rPr lang="en-US" smtClean="0"/>
              <a:t>5/24/2023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E97B246-A394-496D-83E9-A9CDE125FB17}" type="slidenum">
              <a:rPr lang="en-US" smtClean="0"/>
              <a:t>‹#›</a:t>
            </a:fld>
            <a:endParaRPr lang="en-US"/>
          </a:p>
        </p:txBody>
      </p:sp>
    </p:spTree>
    <p:extLst>
      <p:ext uri="{BB962C8B-B14F-4D97-AF65-F5344CB8AC3E}">
        <p14:creationId xmlns:p14="http://schemas.microsoft.com/office/powerpoint/2010/main" val="3859539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9" name="Freeform 6"/>
          <p:cNvSpPr>
            <a:spLocks noChangeAspect="1"/>
          </p:cNvSpPr>
          <p:nvPr/>
        </p:nvSpPr>
        <p:spPr bwMode="auto">
          <a:xfrm>
            <a:off x="1140884" y="2286585"/>
            <a:ext cx="4895115" cy="2503972"/>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38" name="Title 1"/>
          <p:cNvSpPr>
            <a:spLocks noGrp="1"/>
          </p:cNvSpPr>
          <p:nvPr>
            <p:ph type="title"/>
          </p:nvPr>
        </p:nvSpPr>
        <p:spPr>
          <a:xfrm>
            <a:off x="1357089" y="2435957"/>
            <a:ext cx="4382521" cy="2007789"/>
          </a:xfrm>
        </p:spPr>
        <p:txBody>
          <a:bodyPr/>
          <a:lstStyle>
            <a:lvl1pPr>
              <a:defRPr sz="3200"/>
            </a:lvl1pPr>
          </a:lstStyle>
          <a:p>
            <a:r>
              <a:rPr lang="en-US"/>
              <a:t>Click to edit Master title style</a:t>
            </a:r>
            <a:endParaRPr lang="en-US" dirty="0"/>
          </a:p>
        </p:txBody>
      </p:sp>
      <p:sp>
        <p:nvSpPr>
          <p:cNvPr id="6" name="Text Placeholder 5"/>
          <p:cNvSpPr>
            <a:spLocks noGrp="1"/>
          </p:cNvSpPr>
          <p:nvPr>
            <p:ph type="body" sz="quarter" idx="16"/>
          </p:nvPr>
        </p:nvSpPr>
        <p:spPr>
          <a:xfrm>
            <a:off x="6156000" y="2286000"/>
            <a:ext cx="4880300" cy="2295525"/>
          </a:xfrm>
        </p:spPr>
        <p:txBody>
          <a:bodyPr anchor="t"/>
          <a:lstStyle>
            <a:lvl1pPr marL="0" indent="0">
              <a:buFontTx/>
              <a:buNone/>
              <a:defRPr/>
            </a:lvl1pPr>
          </a:lstStyle>
          <a:p>
            <a:pPr lvl="0"/>
            <a:r>
              <a:rPr lang="en-US"/>
              <a:t>Click to edit Master text styles</a:t>
            </a:r>
          </a:p>
        </p:txBody>
      </p:sp>
      <p:sp>
        <p:nvSpPr>
          <p:cNvPr id="2" name="Date Placeholder 1"/>
          <p:cNvSpPr>
            <a:spLocks noGrp="1"/>
          </p:cNvSpPr>
          <p:nvPr>
            <p:ph type="dt" sz="half" idx="10"/>
          </p:nvPr>
        </p:nvSpPr>
        <p:spPr/>
        <p:txBody>
          <a:bodyPr/>
          <a:lstStyle/>
          <a:p>
            <a:fld id="{D5AA7D20-99CA-4913-8D7B-D742694DDE40}" type="datetime1">
              <a:rPr lang="en-US" smtClean="0"/>
              <a:t>5/24/2023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E97B246-A394-496D-83E9-A9CDE125FB17}" type="slidenum">
              <a:rPr lang="en-US" smtClean="0"/>
              <a:t>‹#›</a:t>
            </a:fld>
            <a:endParaRPr lang="en-US"/>
          </a:p>
        </p:txBody>
      </p:sp>
    </p:spTree>
    <p:extLst>
      <p:ext uri="{BB962C8B-B14F-4D97-AF65-F5344CB8AC3E}">
        <p14:creationId xmlns:p14="http://schemas.microsoft.com/office/powerpoint/2010/main" val="7842995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FE9D3E-3232-4C23-A032-82157BE03359}" type="datetime1">
              <a:rPr lang="en-US" smtClean="0"/>
              <a:t>5/24/2023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E97B246-A394-496D-83E9-A9CDE125FB17}" type="slidenum">
              <a:rPr lang="en-US" smtClean="0"/>
              <a:t>‹#›</a:t>
            </a:fld>
            <a:endParaRPr lang="en-US"/>
          </a:p>
        </p:txBody>
      </p:sp>
    </p:spTree>
    <p:extLst>
      <p:ext uri="{BB962C8B-B14F-4D97-AF65-F5344CB8AC3E}">
        <p14:creationId xmlns:p14="http://schemas.microsoft.com/office/powerpoint/2010/main" val="21795539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2" name="Freeform 6"/>
          <p:cNvSpPr>
            <a:spLocks noChangeAspect="1"/>
          </p:cNvSpPr>
          <p:nvPr/>
        </p:nvSpPr>
        <p:spPr bwMode="auto">
          <a:xfrm>
            <a:off x="7669651" y="446089"/>
            <a:ext cx="4522349" cy="5414962"/>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183540" y="586171"/>
            <a:ext cx="2494791" cy="51347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10001" y="446089"/>
            <a:ext cx="6611540" cy="5414962"/>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3445804-9F8E-4298-AE2D-582038101A08}" type="datetime1">
              <a:rPr lang="en-US" smtClean="0"/>
              <a:t>5/24/2023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E97B246-A394-496D-83E9-A9CDE125FB17}" type="slidenum">
              <a:rPr lang="en-US" smtClean="0"/>
              <a:t>‹#›</a:t>
            </a:fld>
            <a:endParaRPr lang="en-US"/>
          </a:p>
        </p:txBody>
      </p:sp>
    </p:spTree>
    <p:extLst>
      <p:ext uri="{BB962C8B-B14F-4D97-AF65-F5344CB8AC3E}">
        <p14:creationId xmlns:p14="http://schemas.microsoft.com/office/powerpoint/2010/main" val="17431438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0000" y="447188"/>
            <a:ext cx="10571998" cy="970450"/>
          </a:xfrm>
          <a:prstGeom prst="rect">
            <a:avLst/>
          </a:prstGeom>
          <a:effectLst>
            <a:outerShdw blurRad="50800" dir="14400000">
              <a:srgbClr val="000000">
                <a:alpha val="60000"/>
              </a:srgbClr>
            </a:outerShdw>
          </a:effectLst>
        </p:spPr>
        <p:txBody>
          <a:bodyPr vert="horz" lIns="91440" tIns="45720" rIns="91440" bIns="45720" rtlCol="0" anchor="b">
            <a:noAutofit/>
          </a:bodyPr>
          <a:lstStyle/>
          <a:p>
            <a:r>
              <a:rPr lang="en-US"/>
              <a:t>Click to edit Master title style</a:t>
            </a:r>
            <a:endParaRPr lang="en-US" dirty="0"/>
          </a:p>
        </p:txBody>
      </p:sp>
      <p:sp>
        <p:nvSpPr>
          <p:cNvPr id="3" name="Text Placeholder 2"/>
          <p:cNvSpPr>
            <a:spLocks noGrp="1"/>
          </p:cNvSpPr>
          <p:nvPr>
            <p:ph type="body" idx="1"/>
          </p:nvPr>
        </p:nvSpPr>
        <p:spPr>
          <a:xfrm>
            <a:off x="810000" y="2184401"/>
            <a:ext cx="10563285" cy="3674397"/>
          </a:xfrm>
          <a:prstGeom prst="rect">
            <a:avLst/>
          </a:prstGeom>
          <a:effectLst>
            <a:outerShdw blurRad="50800" dir="14400000">
              <a:srgbClr val="000000">
                <a:alpha val="40000"/>
              </a:srgbClr>
            </a:outerShdw>
          </a:effectLst>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451514" y="6041362"/>
            <a:ext cx="8644320" cy="365125"/>
          </a:xfrm>
          <a:prstGeom prst="rect">
            <a:avLst/>
          </a:prstGeom>
        </p:spPr>
        <p:txBody>
          <a:bodyPr vert="horz" lIns="91440" tIns="45720" rIns="91440" bIns="45720" rtlCol="0" anchor="b"/>
          <a:lstStyle>
            <a:lvl1pPr algn="l">
              <a:defRPr sz="900">
                <a:solidFill>
                  <a:schemeClr val="tx1"/>
                </a:solidFill>
              </a:defRPr>
            </a:lvl1pPr>
          </a:lstStyle>
          <a:p>
            <a:endParaRPr lang="en-US"/>
          </a:p>
        </p:txBody>
      </p:sp>
      <p:sp>
        <p:nvSpPr>
          <p:cNvPr id="4" name="Date Placeholder 3"/>
          <p:cNvSpPr>
            <a:spLocks noGrp="1"/>
          </p:cNvSpPr>
          <p:nvPr>
            <p:ph type="dt" sz="half" idx="2"/>
          </p:nvPr>
        </p:nvSpPr>
        <p:spPr>
          <a:xfrm>
            <a:off x="9334626" y="6041362"/>
            <a:ext cx="1343706" cy="365125"/>
          </a:xfrm>
          <a:prstGeom prst="rect">
            <a:avLst/>
          </a:prstGeom>
        </p:spPr>
        <p:txBody>
          <a:bodyPr vert="horz" lIns="91440" tIns="45720" rIns="91440" bIns="45720" rtlCol="0" anchor="b"/>
          <a:lstStyle>
            <a:lvl1pPr algn="r">
              <a:defRPr sz="900">
                <a:solidFill>
                  <a:schemeClr val="tx1"/>
                </a:solidFill>
              </a:defRPr>
            </a:lvl1pPr>
          </a:lstStyle>
          <a:p>
            <a:fld id="{E02B7A84-38F0-4C73-8EA2-8EE2CDEC0705}" type="datetime1">
              <a:rPr lang="en-US" smtClean="0"/>
              <a:t>5/24/2023</a:t>
            </a:fld>
            <a:endParaRPr lang="en-US"/>
          </a:p>
        </p:txBody>
      </p:sp>
      <p:sp>
        <p:nvSpPr>
          <p:cNvPr id="6" name="Slide Number Placeholder 5"/>
          <p:cNvSpPr>
            <a:spLocks noGrp="1"/>
          </p:cNvSpPr>
          <p:nvPr>
            <p:ph type="sldNum" sz="quarter" idx="4"/>
          </p:nvPr>
        </p:nvSpPr>
        <p:spPr>
          <a:xfrm>
            <a:off x="10678331" y="5915888"/>
            <a:ext cx="1062155" cy="490599"/>
          </a:xfrm>
          <a:prstGeom prst="rect">
            <a:avLst/>
          </a:prstGeom>
        </p:spPr>
        <p:txBody>
          <a:bodyPr vert="horz" lIns="91440" tIns="45720" rIns="91440" bIns="10800" rtlCol="0" anchor="b"/>
          <a:lstStyle>
            <a:lvl1pPr algn="r">
              <a:defRPr sz="2000">
                <a:solidFill>
                  <a:schemeClr val="accent1"/>
                </a:solidFill>
              </a:defRPr>
            </a:lvl1pPr>
          </a:lstStyle>
          <a:p>
            <a:fld id="{9E97B246-A394-496D-83E9-A9CDE125FB17}" type="slidenum">
              <a:rPr lang="en-US" smtClean="0"/>
              <a:t>‹#›</a:t>
            </a:fld>
            <a:endParaRPr lang="en-US"/>
          </a:p>
        </p:txBody>
      </p:sp>
    </p:spTree>
    <p:extLst>
      <p:ext uri="{BB962C8B-B14F-4D97-AF65-F5344CB8AC3E}">
        <p14:creationId xmlns:p14="http://schemas.microsoft.com/office/powerpoint/2010/main" val="1434853020"/>
      </p:ext>
    </p:extLst>
  </p:cSld>
  <p:clrMap bg1="dk1" tx1="lt1" bg2="dk2" tx2="lt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Lst>
  <p:hf hdr="0" ftr="0" dt="0"/>
  <p:txStyles>
    <p:titleStyle>
      <a:lvl1pPr algn="l" defTabSz="457200" rtl="0" eaLnBrk="1" latinLnBrk="0" hangingPunct="1">
        <a:spcBef>
          <a:spcPct val="0"/>
        </a:spcBef>
        <a:buNone/>
        <a:defRPr sz="4000" b="1" kern="1200">
          <a:solidFill>
            <a:srgbClr val="FEFEFE"/>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7" Type="http://schemas.openxmlformats.org/officeDocument/2006/relationships/image" Target="../media/image8.jpe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image" Target="../media/image5.jpeg"/></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9.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jpeg"/><Relationship Id="rId7" Type="http://schemas.openxmlformats.org/officeDocument/2006/relationships/image" Target="../media/image8.jpe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image" Target="../media/image5.jpeg"/></Relationships>
</file>

<file path=ppt/slides/_rels/slide2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055" name="Freeform 6">
            <a:extLst>
              <a:ext uri="{FF2B5EF4-FFF2-40B4-BE49-F238E27FC236}">
                <a16:creationId xmlns:a16="http://schemas.microsoft.com/office/drawing/2014/main" id="{E446B7E6-8568-417F-959E-DB3D1E70F6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useBgFill="1">
        <p:nvSpPr>
          <p:cNvPr id="2057" name="Rectangle 2056">
            <a:extLst>
              <a:ext uri="{FF2B5EF4-FFF2-40B4-BE49-F238E27FC236}">
                <a16:creationId xmlns:a16="http://schemas.microsoft.com/office/drawing/2014/main" id="{54047A07-72EC-41BC-A55F-C264F639FB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147,414 Project Management Stock Photos - Free &amp; Royalty-Free Stock Photos  from Dreamstime">
            <a:extLst>
              <a:ext uri="{FF2B5EF4-FFF2-40B4-BE49-F238E27FC236}">
                <a16:creationId xmlns:a16="http://schemas.microsoft.com/office/drawing/2014/main" id="{6F29696B-131E-4662-C672-955232CBD655}"/>
              </a:ext>
            </a:extLst>
          </p:cNvPr>
          <p:cNvPicPr>
            <a:picLocks noChangeAspect="1" noChangeArrowheads="1"/>
          </p:cNvPicPr>
          <p:nvPr/>
        </p:nvPicPr>
        <p:blipFill rotWithShape="1">
          <a:blip r:embed="rId2">
            <a:alphaModFix amt="40000"/>
            <a:extLst>
              <a:ext uri="{28A0092B-C50C-407E-A947-70E740481C1C}">
                <a14:useLocalDpi xmlns:a14="http://schemas.microsoft.com/office/drawing/2010/main" val="0"/>
              </a:ext>
            </a:extLst>
          </a:blip>
          <a:srcRect/>
          <a:stretch/>
        </p:blipFill>
        <p:spPr bwMode="auto">
          <a:xfrm>
            <a:off x="20" y="10"/>
            <a:ext cx="12191980" cy="685799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CE4DDAA0-D4E6-04F6-A748-4A9C9AB10273}"/>
              </a:ext>
            </a:extLst>
          </p:cNvPr>
          <p:cNvSpPr>
            <a:spLocks noGrp="1"/>
          </p:cNvSpPr>
          <p:nvPr>
            <p:ph type="title"/>
          </p:nvPr>
        </p:nvSpPr>
        <p:spPr>
          <a:xfrm>
            <a:off x="1000501" y="4343400"/>
            <a:ext cx="4943099" cy="857250"/>
          </a:xfrm>
        </p:spPr>
        <p:txBody>
          <a:bodyPr vert="horz" lIns="91440" tIns="45720" rIns="91440" bIns="45720" rtlCol="0" anchor="b">
            <a:normAutofit/>
          </a:bodyPr>
          <a:lstStyle/>
          <a:p>
            <a:r>
              <a:rPr lang="en-US" sz="2800" dirty="0">
                <a:latin typeface="Times New Roman" panose="02020603050405020304" pitchFamily="18" charset="0"/>
                <a:cs typeface="Times New Roman" panose="02020603050405020304" pitchFamily="18" charset="0"/>
              </a:rPr>
              <a:t>PROJECT MANAGEMENT </a:t>
            </a:r>
          </a:p>
        </p:txBody>
      </p:sp>
      <p:sp>
        <p:nvSpPr>
          <p:cNvPr id="3" name="Slide Number Placeholder 2">
            <a:extLst>
              <a:ext uri="{FF2B5EF4-FFF2-40B4-BE49-F238E27FC236}">
                <a16:creationId xmlns:a16="http://schemas.microsoft.com/office/drawing/2014/main" id="{E46C2E57-D662-9A3C-646C-EDAC027A1FBC}"/>
              </a:ext>
            </a:extLst>
          </p:cNvPr>
          <p:cNvSpPr>
            <a:spLocks noGrp="1"/>
          </p:cNvSpPr>
          <p:nvPr>
            <p:ph type="sldNum" sz="quarter" idx="12"/>
          </p:nvPr>
        </p:nvSpPr>
        <p:spPr/>
        <p:txBody>
          <a:bodyPr/>
          <a:lstStyle/>
          <a:p>
            <a:fld id="{9E97B246-A394-496D-83E9-A9CDE125FB17}" type="slidenum">
              <a:rPr lang="en-US" smtClean="0"/>
              <a:t>1</a:t>
            </a:fld>
            <a:endParaRPr lang="en-US"/>
          </a:p>
        </p:txBody>
      </p:sp>
    </p:spTree>
    <p:extLst>
      <p:ext uri="{BB962C8B-B14F-4D97-AF65-F5344CB8AC3E}">
        <p14:creationId xmlns:p14="http://schemas.microsoft.com/office/powerpoint/2010/main" val="2734139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5EF146-B1DA-7D44-7933-2F41C9C4629E}"/>
              </a:ext>
            </a:extLst>
          </p:cNvPr>
          <p:cNvSpPr>
            <a:spLocks noGrp="1"/>
          </p:cNvSpPr>
          <p:nvPr>
            <p:ph type="title"/>
          </p:nvPr>
        </p:nvSpPr>
        <p:spPr>
          <a:xfrm>
            <a:off x="810000" y="400050"/>
            <a:ext cx="10571998" cy="1017588"/>
          </a:xfrm>
        </p:spPr>
        <p:txBody>
          <a:bodyPr>
            <a:normAutofit/>
          </a:bodyPr>
          <a:lstStyle/>
          <a:p>
            <a:r>
              <a:rPr lang="en-US" dirty="0">
                <a:latin typeface="Times New Roman" panose="02020603050405020304" pitchFamily="18" charset="0"/>
                <a:cs typeface="Times New Roman" panose="02020603050405020304" pitchFamily="18" charset="0"/>
              </a:rPr>
              <a:t>Team Members</a:t>
            </a:r>
          </a:p>
        </p:txBody>
      </p:sp>
      <p:pic>
        <p:nvPicPr>
          <p:cNvPr id="9" name="Content Placeholder 8" descr="WhatsApp Image 2023-05-18 at 1.50.14 PM (1)">
            <a:extLst>
              <a:ext uri="{FF2B5EF4-FFF2-40B4-BE49-F238E27FC236}">
                <a16:creationId xmlns:a16="http://schemas.microsoft.com/office/drawing/2014/main" id="{DCFFFB5E-C6CF-3E8A-F587-133331427155}"/>
              </a:ext>
            </a:extLst>
          </p:cNvPr>
          <p:cNvPicPr>
            <a:picLocks noGrp="1" noChangeAspect="1"/>
          </p:cNvPicPr>
          <p:nvPr isPhoto="1">
            <p:ph idx="1"/>
          </p:nvPr>
        </p:nvPicPr>
        <p:blipFill>
          <a:blip r:embed="rId2">
            <a:lum/>
            <a:extLst>
              <a:ext uri="{28A0092B-C50C-407E-A947-70E740481C1C}">
                <a14:useLocalDpi xmlns:a14="http://schemas.microsoft.com/office/drawing/2010/main" val="0"/>
              </a:ext>
            </a:extLst>
          </a:blip>
          <a:stretch>
            <a:fillRect/>
          </a:stretch>
        </p:blipFill>
        <p:spPr>
          <a:xfrm>
            <a:off x="4467034" y="3030718"/>
            <a:ext cx="1427815" cy="2346671"/>
          </a:xfrm>
          <a:prstGeom prst="rect">
            <a:avLst/>
          </a:prstGeom>
        </p:spPr>
      </p:pic>
      <p:pic>
        <p:nvPicPr>
          <p:cNvPr id="10" name="Picture 9" descr="WhatsApp Image 2023-05-18 at 2.12.05 PM">
            <a:extLst>
              <a:ext uri="{FF2B5EF4-FFF2-40B4-BE49-F238E27FC236}">
                <a16:creationId xmlns:a16="http://schemas.microsoft.com/office/drawing/2014/main" id="{71277A67-2C2C-31B0-78D8-2E531A153DF0}"/>
              </a:ext>
            </a:extLst>
          </p:cNvPr>
          <p:cNvPicPr>
            <a:picLocks noGrp="1" noChangeAspect="1"/>
          </p:cNvPicPr>
          <p:nvPr isPhoto="1"/>
        </p:nvPicPr>
        <p:blipFill>
          <a:blip r:embed="rId3">
            <a:lum/>
            <a:extLst>
              <a:ext uri="{28A0092B-C50C-407E-A947-70E740481C1C}">
                <a14:useLocalDpi xmlns:a14="http://schemas.microsoft.com/office/drawing/2010/main" val="0"/>
              </a:ext>
            </a:extLst>
          </a:blip>
          <a:stretch>
            <a:fillRect/>
          </a:stretch>
        </p:blipFill>
        <p:spPr>
          <a:xfrm>
            <a:off x="2643092" y="3030718"/>
            <a:ext cx="1427815" cy="2346671"/>
          </a:xfrm>
          <a:prstGeom prst="rect">
            <a:avLst/>
          </a:prstGeom>
        </p:spPr>
      </p:pic>
      <p:pic>
        <p:nvPicPr>
          <p:cNvPr id="12" name="Picture 11" descr="A person with her arms out in the air&#10;&#10;Description automatically generated with low confidence">
            <a:extLst>
              <a:ext uri="{FF2B5EF4-FFF2-40B4-BE49-F238E27FC236}">
                <a16:creationId xmlns:a16="http://schemas.microsoft.com/office/drawing/2014/main" id="{C1AAA3EB-0B33-9F95-26A8-13F663E6BBC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9150" y="3030720"/>
            <a:ext cx="1427815" cy="2346671"/>
          </a:xfrm>
          <a:prstGeom prst="rect">
            <a:avLst/>
          </a:prstGeom>
        </p:spPr>
      </p:pic>
      <p:pic>
        <p:nvPicPr>
          <p:cNvPr id="14" name="Picture 13" descr="A person standing in the snow&#10;&#10;Description automatically generated with medium confidence">
            <a:extLst>
              <a:ext uri="{FF2B5EF4-FFF2-40B4-BE49-F238E27FC236}">
                <a16:creationId xmlns:a16="http://schemas.microsoft.com/office/drawing/2014/main" id="{A1094889-0ADC-7365-5993-AB7BDD6B517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945035" y="3030719"/>
            <a:ext cx="1427815" cy="2346671"/>
          </a:xfrm>
          <a:prstGeom prst="rect">
            <a:avLst/>
          </a:prstGeom>
        </p:spPr>
      </p:pic>
      <p:pic>
        <p:nvPicPr>
          <p:cNvPr id="17" name="Picture 16" descr="A person in a red dress">
            <a:extLst>
              <a:ext uri="{FF2B5EF4-FFF2-40B4-BE49-F238E27FC236}">
                <a16:creationId xmlns:a16="http://schemas.microsoft.com/office/drawing/2014/main" id="{ECB15A0F-53A3-512D-03EB-98A64A5A722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297151" y="3030718"/>
            <a:ext cx="1427815" cy="2346671"/>
          </a:xfrm>
          <a:prstGeom prst="rect">
            <a:avLst/>
          </a:prstGeom>
        </p:spPr>
      </p:pic>
      <p:pic>
        <p:nvPicPr>
          <p:cNvPr id="23" name="Picture 22" descr="A person standing next to a tree&#10;&#10;Description automatically generated">
            <a:extLst>
              <a:ext uri="{FF2B5EF4-FFF2-40B4-BE49-F238E27FC236}">
                <a16:creationId xmlns:a16="http://schemas.microsoft.com/office/drawing/2014/main" id="{18F49603-0EA1-F548-4375-26C53919938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127267" y="3030718"/>
            <a:ext cx="1427815" cy="2346671"/>
          </a:xfrm>
          <a:prstGeom prst="rect">
            <a:avLst/>
          </a:prstGeom>
        </p:spPr>
      </p:pic>
      <p:sp>
        <p:nvSpPr>
          <p:cNvPr id="24" name="TextBox 23">
            <a:extLst>
              <a:ext uri="{FF2B5EF4-FFF2-40B4-BE49-F238E27FC236}">
                <a16:creationId xmlns:a16="http://schemas.microsoft.com/office/drawing/2014/main" id="{AECC3110-B4F7-85DE-008F-3390CDD01223}"/>
              </a:ext>
            </a:extLst>
          </p:cNvPr>
          <p:cNvSpPr txBox="1"/>
          <p:nvPr/>
        </p:nvSpPr>
        <p:spPr>
          <a:xfrm>
            <a:off x="810001" y="5638800"/>
            <a:ext cx="1436964" cy="369332"/>
          </a:xfrm>
          <a:prstGeom prst="rect">
            <a:avLst/>
          </a:prstGeom>
          <a:noFill/>
        </p:spPr>
        <p:txBody>
          <a:bodyPr wrap="square" rtlCol="0">
            <a:spAutoFit/>
          </a:bodyPr>
          <a:lstStyle/>
          <a:p>
            <a:r>
              <a:rPr lang="en-US" dirty="0"/>
              <a:t>Adi </a:t>
            </a:r>
            <a:r>
              <a:rPr lang="en-US" dirty="0">
                <a:latin typeface="Times New Roman" panose="02020603050405020304" pitchFamily="18" charset="0"/>
                <a:cs typeface="Times New Roman" panose="02020603050405020304" pitchFamily="18" charset="0"/>
              </a:rPr>
              <a:t>Lakshmi</a:t>
            </a:r>
          </a:p>
        </p:txBody>
      </p:sp>
      <p:sp>
        <p:nvSpPr>
          <p:cNvPr id="26" name="TextBox 25">
            <a:extLst>
              <a:ext uri="{FF2B5EF4-FFF2-40B4-BE49-F238E27FC236}">
                <a16:creationId xmlns:a16="http://schemas.microsoft.com/office/drawing/2014/main" id="{04216A38-37E2-6BC9-EB34-156B2D54AF7A}"/>
              </a:ext>
            </a:extLst>
          </p:cNvPr>
          <p:cNvSpPr txBox="1"/>
          <p:nvPr/>
        </p:nvSpPr>
        <p:spPr>
          <a:xfrm>
            <a:off x="2643091" y="5638800"/>
            <a:ext cx="1427815"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Ramadevi</a:t>
            </a:r>
          </a:p>
        </p:txBody>
      </p:sp>
      <p:sp>
        <p:nvSpPr>
          <p:cNvPr id="29" name="TextBox 28">
            <a:extLst>
              <a:ext uri="{FF2B5EF4-FFF2-40B4-BE49-F238E27FC236}">
                <a16:creationId xmlns:a16="http://schemas.microsoft.com/office/drawing/2014/main" id="{7586DA78-5983-9AC7-9A1D-1EDE6EDA077F}"/>
              </a:ext>
            </a:extLst>
          </p:cNvPr>
          <p:cNvSpPr txBox="1"/>
          <p:nvPr/>
        </p:nvSpPr>
        <p:spPr>
          <a:xfrm>
            <a:off x="4467032" y="5638800"/>
            <a:ext cx="1628968"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Naveen Kumar</a:t>
            </a:r>
          </a:p>
        </p:txBody>
      </p:sp>
      <p:sp>
        <p:nvSpPr>
          <p:cNvPr id="34" name="TextBox 33">
            <a:extLst>
              <a:ext uri="{FF2B5EF4-FFF2-40B4-BE49-F238E27FC236}">
                <a16:creationId xmlns:a16="http://schemas.microsoft.com/office/drawing/2014/main" id="{DDCE6F85-947E-21C0-41E2-A7ECFDE947ED}"/>
              </a:ext>
            </a:extLst>
          </p:cNvPr>
          <p:cNvSpPr txBox="1"/>
          <p:nvPr/>
        </p:nvSpPr>
        <p:spPr>
          <a:xfrm>
            <a:off x="6297151" y="5638800"/>
            <a:ext cx="1427815"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Vineetha</a:t>
            </a:r>
          </a:p>
        </p:txBody>
      </p:sp>
      <p:sp>
        <p:nvSpPr>
          <p:cNvPr id="36" name="TextBox 35">
            <a:extLst>
              <a:ext uri="{FF2B5EF4-FFF2-40B4-BE49-F238E27FC236}">
                <a16:creationId xmlns:a16="http://schemas.microsoft.com/office/drawing/2014/main" id="{F469E4B8-F794-405A-26EE-4AFFE1A95324}"/>
              </a:ext>
            </a:extLst>
          </p:cNvPr>
          <p:cNvSpPr txBox="1"/>
          <p:nvPr/>
        </p:nvSpPr>
        <p:spPr>
          <a:xfrm>
            <a:off x="8010525" y="5562600"/>
            <a:ext cx="1552199"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Vinesh Reddy</a:t>
            </a:r>
          </a:p>
        </p:txBody>
      </p:sp>
      <p:sp>
        <p:nvSpPr>
          <p:cNvPr id="38" name="TextBox 37">
            <a:extLst>
              <a:ext uri="{FF2B5EF4-FFF2-40B4-BE49-F238E27FC236}">
                <a16:creationId xmlns:a16="http://schemas.microsoft.com/office/drawing/2014/main" id="{3350C687-8632-E81E-F4BD-7839DD62F786}"/>
              </a:ext>
            </a:extLst>
          </p:cNvPr>
          <p:cNvSpPr txBox="1"/>
          <p:nvPr/>
        </p:nvSpPr>
        <p:spPr>
          <a:xfrm>
            <a:off x="9963518" y="5638800"/>
            <a:ext cx="1418480"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Akhila</a:t>
            </a:r>
          </a:p>
        </p:txBody>
      </p:sp>
      <p:sp>
        <p:nvSpPr>
          <p:cNvPr id="39" name="Slide Number Placeholder 38">
            <a:extLst>
              <a:ext uri="{FF2B5EF4-FFF2-40B4-BE49-F238E27FC236}">
                <a16:creationId xmlns:a16="http://schemas.microsoft.com/office/drawing/2014/main" id="{C7F4627B-58C1-9C58-F293-D301C72C0574}"/>
              </a:ext>
            </a:extLst>
          </p:cNvPr>
          <p:cNvSpPr>
            <a:spLocks noGrp="1"/>
          </p:cNvSpPr>
          <p:nvPr>
            <p:ph type="sldNum" sz="quarter" idx="12"/>
          </p:nvPr>
        </p:nvSpPr>
        <p:spPr/>
        <p:txBody>
          <a:bodyPr/>
          <a:lstStyle/>
          <a:p>
            <a:fld id="{9E97B246-A394-496D-83E9-A9CDE125FB17}" type="slidenum">
              <a:rPr lang="en-US" smtClean="0"/>
              <a:t>2</a:t>
            </a:fld>
            <a:endParaRPr lang="en-US"/>
          </a:p>
        </p:txBody>
      </p:sp>
    </p:spTree>
    <p:extLst>
      <p:ext uri="{BB962C8B-B14F-4D97-AF65-F5344CB8AC3E}">
        <p14:creationId xmlns:p14="http://schemas.microsoft.com/office/powerpoint/2010/main" val="15206749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5940F547-7206-4401-94FB-F8421915D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Agenda Images – Browse 397,239 Stock Photos, Vectors, and Video | Adobe  Stock">
            <a:extLst>
              <a:ext uri="{FF2B5EF4-FFF2-40B4-BE49-F238E27FC236}">
                <a16:creationId xmlns:a16="http://schemas.microsoft.com/office/drawing/2014/main" id="{2B0881FB-0C09-4510-CB09-4B8CA91409A8}"/>
              </a:ext>
            </a:extLst>
          </p:cNvPr>
          <p:cNvPicPr>
            <a:picLocks noChangeAspect="1" noChangeArrowheads="1"/>
          </p:cNvPicPr>
          <p:nvPr/>
        </p:nvPicPr>
        <p:blipFill rotWithShape="1">
          <a:blip r:embed="rId2">
            <a:alphaModFix amt="40000"/>
            <a:extLst>
              <a:ext uri="{28A0092B-C50C-407E-A947-70E740481C1C}">
                <a14:useLocalDpi xmlns:a14="http://schemas.microsoft.com/office/drawing/2010/main" val="0"/>
              </a:ext>
            </a:extLst>
          </a:blip>
          <a:srcRect l="12889" r="1" b="1"/>
          <a:stretch/>
        </p:blipFill>
        <p:spPr bwMode="auto">
          <a:xfrm>
            <a:off x="20" y="10"/>
            <a:ext cx="12191980" cy="685799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233F3D96-1232-B77D-E6A6-62E388641151}"/>
              </a:ext>
            </a:extLst>
          </p:cNvPr>
          <p:cNvSpPr>
            <a:spLocks noGrp="1"/>
          </p:cNvSpPr>
          <p:nvPr>
            <p:ph type="title"/>
          </p:nvPr>
        </p:nvSpPr>
        <p:spPr>
          <a:xfrm>
            <a:off x="810000" y="447188"/>
            <a:ext cx="10571998" cy="970450"/>
          </a:xfrm>
        </p:spPr>
        <p:txBody>
          <a:bodyPr>
            <a:normAutofit/>
          </a:bodyPr>
          <a:lstStyle/>
          <a:p>
            <a:r>
              <a:rPr lang="en-US" sz="2400" dirty="0">
                <a:latin typeface="Times New Roman" panose="02020603050405020304" pitchFamily="18" charset="0"/>
                <a:cs typeface="Times New Roman" panose="02020603050405020304" pitchFamily="18" charset="0"/>
              </a:rPr>
              <a:t>AGENDA</a:t>
            </a:r>
          </a:p>
        </p:txBody>
      </p:sp>
      <p:graphicFrame>
        <p:nvGraphicFramePr>
          <p:cNvPr id="9" name="Content Placeholder 2">
            <a:extLst>
              <a:ext uri="{FF2B5EF4-FFF2-40B4-BE49-F238E27FC236}">
                <a16:creationId xmlns:a16="http://schemas.microsoft.com/office/drawing/2014/main" id="{48C1AFF7-64F9-B8D5-EE08-0D268C2621DF}"/>
              </a:ext>
            </a:extLst>
          </p:cNvPr>
          <p:cNvGraphicFramePr>
            <a:graphicFrameLocks noGrp="1"/>
          </p:cNvGraphicFramePr>
          <p:nvPr>
            <p:ph idx="1"/>
            <p:extLst>
              <p:ext uri="{D42A27DB-BD31-4B8C-83A1-F6EECF244321}">
                <p14:modId xmlns:p14="http://schemas.microsoft.com/office/powerpoint/2010/main" val="1821551229"/>
              </p:ext>
            </p:extLst>
          </p:nvPr>
        </p:nvGraphicFramePr>
        <p:xfrm>
          <a:off x="818712" y="2222287"/>
          <a:ext cx="10554574" cy="363651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Slide Number Placeholder 2">
            <a:extLst>
              <a:ext uri="{FF2B5EF4-FFF2-40B4-BE49-F238E27FC236}">
                <a16:creationId xmlns:a16="http://schemas.microsoft.com/office/drawing/2014/main" id="{32870011-E206-DB86-0C3A-5032A1C51B74}"/>
              </a:ext>
            </a:extLst>
          </p:cNvPr>
          <p:cNvSpPr>
            <a:spLocks noGrp="1"/>
          </p:cNvSpPr>
          <p:nvPr>
            <p:ph type="sldNum" sz="quarter" idx="12"/>
          </p:nvPr>
        </p:nvSpPr>
        <p:spPr/>
        <p:txBody>
          <a:bodyPr/>
          <a:lstStyle/>
          <a:p>
            <a:fld id="{9E97B246-A394-496D-83E9-A9CDE125FB17}" type="slidenum">
              <a:rPr lang="en-US" smtClean="0"/>
              <a:t>3</a:t>
            </a:fld>
            <a:endParaRPr lang="en-US" dirty="0"/>
          </a:p>
        </p:txBody>
      </p:sp>
      <p:sp>
        <p:nvSpPr>
          <p:cNvPr id="6" name="TextBox 5">
            <a:extLst>
              <a:ext uri="{FF2B5EF4-FFF2-40B4-BE49-F238E27FC236}">
                <a16:creationId xmlns:a16="http://schemas.microsoft.com/office/drawing/2014/main" id="{04CDF5E4-584B-BFB8-1678-9DBB97EEF0EA}"/>
              </a:ext>
            </a:extLst>
          </p:cNvPr>
          <p:cNvSpPr txBox="1"/>
          <p:nvPr/>
        </p:nvSpPr>
        <p:spPr>
          <a:xfrm>
            <a:off x="9239251" y="6067425"/>
            <a:ext cx="1143000" cy="409634"/>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Akhila </a:t>
            </a:r>
          </a:p>
        </p:txBody>
      </p:sp>
    </p:spTree>
    <p:extLst>
      <p:ext uri="{BB962C8B-B14F-4D97-AF65-F5344CB8AC3E}">
        <p14:creationId xmlns:p14="http://schemas.microsoft.com/office/powerpoint/2010/main" val="1300399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89A69AF-D57B-49B4-886C-D4A5DC1944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CABDC08D-6093-4397-92D4-54D00E2BB1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rot="16200000">
            <a:off x="-650724" y="650724"/>
            <a:ext cx="6858000" cy="5556552"/>
          </a:xfrm>
          <a:custGeom>
            <a:avLst/>
            <a:gdLst>
              <a:gd name="connsiteX0" fmla="*/ 6858000 w 6858000"/>
              <a:gd name="connsiteY0" fmla="*/ 3445704 h 5556552"/>
              <a:gd name="connsiteX1" fmla="*/ 3829242 w 6858000"/>
              <a:gd name="connsiteY1" fmla="*/ 5433322 h 5556552"/>
              <a:gd name="connsiteX2" fmla="*/ 3827369 w 6858000"/>
              <a:gd name="connsiteY2" fmla="*/ 5434867 h 5556552"/>
              <a:gd name="connsiteX3" fmla="*/ 3824583 w 6858000"/>
              <a:gd name="connsiteY3" fmla="*/ 5436378 h 5556552"/>
              <a:gd name="connsiteX4" fmla="*/ 3798693 w 6858000"/>
              <a:gd name="connsiteY4" fmla="*/ 5453370 h 5556552"/>
              <a:gd name="connsiteX5" fmla="*/ 3785011 w 6858000"/>
              <a:gd name="connsiteY5" fmla="*/ 5457858 h 5556552"/>
              <a:gd name="connsiteX6" fmla="*/ 3706339 w 6858000"/>
              <a:gd name="connsiteY6" fmla="*/ 5500559 h 5556552"/>
              <a:gd name="connsiteX7" fmla="*/ 3428998 w 6858000"/>
              <a:gd name="connsiteY7" fmla="*/ 5556552 h 5556552"/>
              <a:gd name="connsiteX8" fmla="*/ 3151658 w 6858000"/>
              <a:gd name="connsiteY8" fmla="*/ 5500559 h 5556552"/>
              <a:gd name="connsiteX9" fmla="*/ 3072996 w 6858000"/>
              <a:gd name="connsiteY9" fmla="*/ 5457863 h 5556552"/>
              <a:gd name="connsiteX10" fmla="*/ 3059298 w 6858000"/>
              <a:gd name="connsiteY10" fmla="*/ 5453370 h 5556552"/>
              <a:gd name="connsiteX11" fmla="*/ 3033383 w 6858000"/>
              <a:gd name="connsiteY11" fmla="*/ 5436362 h 5556552"/>
              <a:gd name="connsiteX12" fmla="*/ 3030627 w 6858000"/>
              <a:gd name="connsiteY12" fmla="*/ 5434867 h 5556552"/>
              <a:gd name="connsiteX13" fmla="*/ 3028775 w 6858000"/>
              <a:gd name="connsiteY13" fmla="*/ 5433338 h 5556552"/>
              <a:gd name="connsiteX14" fmla="*/ 0 w 6858000"/>
              <a:gd name="connsiteY14" fmla="*/ 3445704 h 5556552"/>
              <a:gd name="connsiteX15" fmla="*/ 6858000 w 6858000"/>
              <a:gd name="connsiteY15" fmla="*/ 0 h 5556552"/>
              <a:gd name="connsiteX16" fmla="*/ 6858000 w 6858000"/>
              <a:gd name="connsiteY16" fmla="*/ 349336 h 5556552"/>
              <a:gd name="connsiteX17" fmla="*/ 6858000 w 6858000"/>
              <a:gd name="connsiteY17" fmla="*/ 3445703 h 5556552"/>
              <a:gd name="connsiteX18" fmla="*/ 0 w 6858000"/>
              <a:gd name="connsiteY18" fmla="*/ 3445703 h 5556552"/>
              <a:gd name="connsiteX19" fmla="*/ 0 w 6858000"/>
              <a:gd name="connsiteY19" fmla="*/ 0 h 5556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858000" h="5556552">
                <a:moveTo>
                  <a:pt x="6858000" y="3445704"/>
                </a:moveTo>
                <a:lnTo>
                  <a:pt x="3829242" y="5433322"/>
                </a:lnTo>
                <a:lnTo>
                  <a:pt x="3827369" y="5434867"/>
                </a:lnTo>
                <a:lnTo>
                  <a:pt x="3824583" y="5436378"/>
                </a:lnTo>
                <a:lnTo>
                  <a:pt x="3798693" y="5453370"/>
                </a:lnTo>
                <a:lnTo>
                  <a:pt x="3785011" y="5457858"/>
                </a:lnTo>
                <a:lnTo>
                  <a:pt x="3706339" y="5500559"/>
                </a:lnTo>
                <a:cubicBezTo>
                  <a:pt x="3621096" y="5536614"/>
                  <a:pt x="3527375" y="5556552"/>
                  <a:pt x="3428998" y="5556552"/>
                </a:cubicBezTo>
                <a:cubicBezTo>
                  <a:pt x="3330621" y="5556552"/>
                  <a:pt x="3236901" y="5536614"/>
                  <a:pt x="3151658" y="5500559"/>
                </a:cubicBezTo>
                <a:lnTo>
                  <a:pt x="3072996" y="5457863"/>
                </a:lnTo>
                <a:lnTo>
                  <a:pt x="3059298" y="5453370"/>
                </a:lnTo>
                <a:lnTo>
                  <a:pt x="3033383" y="5436362"/>
                </a:lnTo>
                <a:lnTo>
                  <a:pt x="3030627" y="5434867"/>
                </a:lnTo>
                <a:lnTo>
                  <a:pt x="3028775" y="5433338"/>
                </a:lnTo>
                <a:lnTo>
                  <a:pt x="0" y="3445704"/>
                </a:lnTo>
                <a:close/>
                <a:moveTo>
                  <a:pt x="6858000" y="0"/>
                </a:moveTo>
                <a:lnTo>
                  <a:pt x="6858000" y="349336"/>
                </a:lnTo>
                <a:lnTo>
                  <a:pt x="6858000" y="3445703"/>
                </a:lnTo>
                <a:lnTo>
                  <a:pt x="0" y="3445703"/>
                </a:lnTo>
                <a:lnTo>
                  <a:pt x="0" y="0"/>
                </a:lnTo>
                <a:close/>
              </a:path>
            </a:pathLst>
          </a:custGeom>
          <a:ln>
            <a:noFill/>
          </a:ln>
          <a:effectLst/>
          <a:extLst>
            <a:ext uri="{91240B29-F687-4f45-9708-019B960494DF}">
              <a14:hiddenLine xmlns:a16="http://schemas.microsoft.com/office/drawing/2014/main" xmlns:p14="http://schemas.microsoft.com/office/powerpoint/2010/main"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6F988D60-8F47-FDCB-DC2C-2AB2CF27F09E}"/>
              </a:ext>
            </a:extLst>
          </p:cNvPr>
          <p:cNvSpPr>
            <a:spLocks noGrp="1"/>
          </p:cNvSpPr>
          <p:nvPr>
            <p:ph type="title"/>
          </p:nvPr>
        </p:nvSpPr>
        <p:spPr>
          <a:xfrm>
            <a:off x="451515" y="1734857"/>
            <a:ext cx="3765483" cy="3388287"/>
          </a:xfrm>
        </p:spPr>
        <p:txBody>
          <a:bodyPr anchor="ctr">
            <a:normAutofit/>
          </a:bodyPr>
          <a:lstStyle/>
          <a:p>
            <a:r>
              <a:rPr lang="en-US" sz="2400" b="1" dirty="0">
                <a:latin typeface="Times New Roman" panose="02020603050405020304" pitchFamily="18" charset="0"/>
                <a:cs typeface="Times New Roman" panose="02020603050405020304" pitchFamily="18" charset="0"/>
              </a:rPr>
              <a:t>Introduction </a:t>
            </a:r>
            <a:br>
              <a:rPr lang="en-US" sz="2400" b="1" dirty="0">
                <a:latin typeface="Times New Roman" panose="02020603050405020304" pitchFamily="18" charset="0"/>
                <a:cs typeface="Times New Roman" panose="02020603050405020304" pitchFamily="18" charset="0"/>
              </a:rPr>
            </a:br>
            <a:endParaRPr lang="en-US" sz="2400" dirty="0"/>
          </a:p>
        </p:txBody>
      </p:sp>
      <p:sp>
        <p:nvSpPr>
          <p:cNvPr id="4" name="Slide Number Placeholder 3">
            <a:extLst>
              <a:ext uri="{FF2B5EF4-FFF2-40B4-BE49-F238E27FC236}">
                <a16:creationId xmlns:a16="http://schemas.microsoft.com/office/drawing/2014/main" id="{71B88BEA-2508-C227-3DB7-2651020C7DB9}"/>
              </a:ext>
            </a:extLst>
          </p:cNvPr>
          <p:cNvSpPr>
            <a:spLocks noGrp="1"/>
          </p:cNvSpPr>
          <p:nvPr>
            <p:ph type="sldNum" sz="quarter" idx="12"/>
          </p:nvPr>
        </p:nvSpPr>
        <p:spPr>
          <a:xfrm>
            <a:off x="10678331" y="5915888"/>
            <a:ext cx="1062155" cy="490599"/>
          </a:xfrm>
        </p:spPr>
        <p:txBody>
          <a:bodyPr>
            <a:normAutofit/>
          </a:bodyPr>
          <a:lstStyle/>
          <a:p>
            <a:pPr>
              <a:spcAft>
                <a:spcPts val="600"/>
              </a:spcAft>
            </a:pPr>
            <a:fld id="{9E97B246-A394-496D-83E9-A9CDE125FB17}" type="slidenum">
              <a:rPr lang="en-US" smtClean="0"/>
              <a:pPr>
                <a:spcAft>
                  <a:spcPts val="600"/>
                </a:spcAft>
              </a:pPr>
              <a:t>4</a:t>
            </a:fld>
            <a:endParaRPr lang="en-US"/>
          </a:p>
        </p:txBody>
      </p:sp>
      <p:sp>
        <p:nvSpPr>
          <p:cNvPr id="6" name="TextBox 5">
            <a:extLst>
              <a:ext uri="{FF2B5EF4-FFF2-40B4-BE49-F238E27FC236}">
                <a16:creationId xmlns:a16="http://schemas.microsoft.com/office/drawing/2014/main" id="{C4595F8A-D880-D0D8-F56D-7D0FA014A44E}"/>
              </a:ext>
            </a:extLst>
          </p:cNvPr>
          <p:cNvSpPr txBox="1"/>
          <p:nvPr/>
        </p:nvSpPr>
        <p:spPr>
          <a:xfrm>
            <a:off x="6096000" y="1905000"/>
            <a:ext cx="4943475" cy="2345322"/>
          </a:xfrm>
          <a:prstGeom prst="rect">
            <a:avLst/>
          </a:prstGeom>
          <a:noFill/>
        </p:spPr>
        <p:txBody>
          <a:bodyPr wrap="square">
            <a:spAutoFit/>
          </a:bodyPr>
          <a:lstStyle/>
          <a:p>
            <a:pPr>
              <a:lnSpc>
                <a:spcPct val="150000"/>
              </a:lnSpc>
            </a:pPr>
            <a:r>
              <a:rPr lang="en-US" sz="2000" dirty="0">
                <a:latin typeface="Times New Roman" panose="02020603050405020304" pitchFamily="18" charset="0"/>
                <a:cs typeface="Times New Roman" panose="02020603050405020304" pitchFamily="18" charset="0"/>
              </a:rPr>
              <a:t>Project management provides a structured approach to guide and control the project throughout its lifecycle, ensuring that it meets its goals while considering constraints such as time, budget, scope, and quality.</a:t>
            </a:r>
          </a:p>
        </p:txBody>
      </p:sp>
      <p:sp>
        <p:nvSpPr>
          <p:cNvPr id="12" name="TextBox 11">
            <a:extLst>
              <a:ext uri="{FF2B5EF4-FFF2-40B4-BE49-F238E27FC236}">
                <a16:creationId xmlns:a16="http://schemas.microsoft.com/office/drawing/2014/main" id="{8F2430C2-2DB2-284C-C77C-B1549042B08A}"/>
              </a:ext>
            </a:extLst>
          </p:cNvPr>
          <p:cNvSpPr txBox="1"/>
          <p:nvPr/>
        </p:nvSpPr>
        <p:spPr>
          <a:xfrm>
            <a:off x="9942583" y="6006377"/>
            <a:ext cx="1266825" cy="400110"/>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Akhila</a:t>
            </a:r>
          </a:p>
        </p:txBody>
      </p:sp>
    </p:spTree>
    <p:extLst>
      <p:ext uri="{BB962C8B-B14F-4D97-AF65-F5344CB8AC3E}">
        <p14:creationId xmlns:p14="http://schemas.microsoft.com/office/powerpoint/2010/main" val="2941468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9A69AF-D57B-49B4-886C-D4A5DC1944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CABDC08D-6093-4397-92D4-54D00E2BB1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rot="16200000">
            <a:off x="-650724" y="650724"/>
            <a:ext cx="6858000" cy="5556552"/>
          </a:xfrm>
          <a:custGeom>
            <a:avLst/>
            <a:gdLst>
              <a:gd name="connsiteX0" fmla="*/ 6858000 w 6858000"/>
              <a:gd name="connsiteY0" fmla="*/ 3445704 h 5556552"/>
              <a:gd name="connsiteX1" fmla="*/ 3829242 w 6858000"/>
              <a:gd name="connsiteY1" fmla="*/ 5433322 h 5556552"/>
              <a:gd name="connsiteX2" fmla="*/ 3827369 w 6858000"/>
              <a:gd name="connsiteY2" fmla="*/ 5434867 h 5556552"/>
              <a:gd name="connsiteX3" fmla="*/ 3824583 w 6858000"/>
              <a:gd name="connsiteY3" fmla="*/ 5436378 h 5556552"/>
              <a:gd name="connsiteX4" fmla="*/ 3798693 w 6858000"/>
              <a:gd name="connsiteY4" fmla="*/ 5453370 h 5556552"/>
              <a:gd name="connsiteX5" fmla="*/ 3785011 w 6858000"/>
              <a:gd name="connsiteY5" fmla="*/ 5457858 h 5556552"/>
              <a:gd name="connsiteX6" fmla="*/ 3706339 w 6858000"/>
              <a:gd name="connsiteY6" fmla="*/ 5500559 h 5556552"/>
              <a:gd name="connsiteX7" fmla="*/ 3428998 w 6858000"/>
              <a:gd name="connsiteY7" fmla="*/ 5556552 h 5556552"/>
              <a:gd name="connsiteX8" fmla="*/ 3151658 w 6858000"/>
              <a:gd name="connsiteY8" fmla="*/ 5500559 h 5556552"/>
              <a:gd name="connsiteX9" fmla="*/ 3072996 w 6858000"/>
              <a:gd name="connsiteY9" fmla="*/ 5457863 h 5556552"/>
              <a:gd name="connsiteX10" fmla="*/ 3059298 w 6858000"/>
              <a:gd name="connsiteY10" fmla="*/ 5453370 h 5556552"/>
              <a:gd name="connsiteX11" fmla="*/ 3033383 w 6858000"/>
              <a:gd name="connsiteY11" fmla="*/ 5436362 h 5556552"/>
              <a:gd name="connsiteX12" fmla="*/ 3030627 w 6858000"/>
              <a:gd name="connsiteY12" fmla="*/ 5434867 h 5556552"/>
              <a:gd name="connsiteX13" fmla="*/ 3028775 w 6858000"/>
              <a:gd name="connsiteY13" fmla="*/ 5433338 h 5556552"/>
              <a:gd name="connsiteX14" fmla="*/ 0 w 6858000"/>
              <a:gd name="connsiteY14" fmla="*/ 3445704 h 5556552"/>
              <a:gd name="connsiteX15" fmla="*/ 6858000 w 6858000"/>
              <a:gd name="connsiteY15" fmla="*/ 0 h 5556552"/>
              <a:gd name="connsiteX16" fmla="*/ 6858000 w 6858000"/>
              <a:gd name="connsiteY16" fmla="*/ 349336 h 5556552"/>
              <a:gd name="connsiteX17" fmla="*/ 6858000 w 6858000"/>
              <a:gd name="connsiteY17" fmla="*/ 3445703 h 5556552"/>
              <a:gd name="connsiteX18" fmla="*/ 0 w 6858000"/>
              <a:gd name="connsiteY18" fmla="*/ 3445703 h 5556552"/>
              <a:gd name="connsiteX19" fmla="*/ 0 w 6858000"/>
              <a:gd name="connsiteY19" fmla="*/ 0 h 5556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858000" h="5556552">
                <a:moveTo>
                  <a:pt x="6858000" y="3445704"/>
                </a:moveTo>
                <a:lnTo>
                  <a:pt x="3829242" y="5433322"/>
                </a:lnTo>
                <a:lnTo>
                  <a:pt x="3827369" y="5434867"/>
                </a:lnTo>
                <a:lnTo>
                  <a:pt x="3824583" y="5436378"/>
                </a:lnTo>
                <a:lnTo>
                  <a:pt x="3798693" y="5453370"/>
                </a:lnTo>
                <a:lnTo>
                  <a:pt x="3785011" y="5457858"/>
                </a:lnTo>
                <a:lnTo>
                  <a:pt x="3706339" y="5500559"/>
                </a:lnTo>
                <a:cubicBezTo>
                  <a:pt x="3621096" y="5536614"/>
                  <a:pt x="3527375" y="5556552"/>
                  <a:pt x="3428998" y="5556552"/>
                </a:cubicBezTo>
                <a:cubicBezTo>
                  <a:pt x="3330621" y="5556552"/>
                  <a:pt x="3236901" y="5536614"/>
                  <a:pt x="3151658" y="5500559"/>
                </a:cubicBezTo>
                <a:lnTo>
                  <a:pt x="3072996" y="5457863"/>
                </a:lnTo>
                <a:lnTo>
                  <a:pt x="3059298" y="5453370"/>
                </a:lnTo>
                <a:lnTo>
                  <a:pt x="3033383" y="5436362"/>
                </a:lnTo>
                <a:lnTo>
                  <a:pt x="3030627" y="5434867"/>
                </a:lnTo>
                <a:lnTo>
                  <a:pt x="3028775" y="5433338"/>
                </a:lnTo>
                <a:lnTo>
                  <a:pt x="0" y="3445704"/>
                </a:lnTo>
                <a:close/>
                <a:moveTo>
                  <a:pt x="6858000" y="0"/>
                </a:moveTo>
                <a:lnTo>
                  <a:pt x="6858000" y="349336"/>
                </a:lnTo>
                <a:lnTo>
                  <a:pt x="6858000" y="3445703"/>
                </a:lnTo>
                <a:lnTo>
                  <a:pt x="0" y="3445703"/>
                </a:lnTo>
                <a:lnTo>
                  <a:pt x="0" y="0"/>
                </a:lnTo>
                <a:close/>
              </a:path>
            </a:pathLst>
          </a:custGeom>
          <a:ln>
            <a:noFill/>
          </a:ln>
          <a:effectLst/>
          <a:extLst>
            <a:ext uri="{91240B29-F687-4f45-9708-019B960494DF}">
              <a14:hiddenLine xmlns="" xmlns:a14="http://schemas.microsoft.com/office/drawing/2010/main" xmlns:p14="http://schemas.microsoft.com/office/powerpoint/2010/main" xmlns:a16="http://schemas.microsoft.com/office/drawing/2014/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2D9304B8-65BA-943C-6879-DE0255D25695}"/>
              </a:ext>
            </a:extLst>
          </p:cNvPr>
          <p:cNvSpPr>
            <a:spLocks noGrp="1"/>
          </p:cNvSpPr>
          <p:nvPr>
            <p:ph type="title"/>
          </p:nvPr>
        </p:nvSpPr>
        <p:spPr>
          <a:xfrm>
            <a:off x="451515" y="1734857"/>
            <a:ext cx="4737839" cy="3388287"/>
          </a:xfrm>
        </p:spPr>
        <p:txBody>
          <a:bodyPr anchor="ctr">
            <a:normAutofit/>
          </a:bodyPr>
          <a:lstStyle/>
          <a:p>
            <a:r>
              <a:rPr lang="en-US" sz="2400" b="1" kern="100" dirty="0">
                <a:effectLst/>
                <a:latin typeface="Times New Roman" panose="02020603050405020304" pitchFamily="18" charset="0"/>
                <a:ea typeface="Times New Roman" panose="02020603050405020304" pitchFamily="18" charset="0"/>
                <a:cs typeface="Times New Roman" panose="02020603050405020304" pitchFamily="18" charset="0"/>
              </a:rPr>
              <a:t>Importance </a:t>
            </a:r>
            <a:r>
              <a:rPr lang="en-US" sz="2400" kern="100" dirty="0">
                <a:latin typeface="Times New Roman" panose="02020603050405020304" pitchFamily="18" charset="0"/>
                <a:ea typeface="Times New Roman" panose="02020603050405020304" pitchFamily="18" charset="0"/>
                <a:cs typeface="Times New Roman" panose="02020603050405020304" pitchFamily="18" charset="0"/>
              </a:rPr>
              <a:t>o</a:t>
            </a:r>
            <a:r>
              <a:rPr lang="en-US" sz="2400" b="1" kern="100" dirty="0">
                <a:effectLst/>
                <a:latin typeface="Times New Roman" panose="02020603050405020304" pitchFamily="18" charset="0"/>
                <a:ea typeface="Times New Roman" panose="02020603050405020304" pitchFamily="18" charset="0"/>
                <a:cs typeface="Times New Roman" panose="02020603050405020304" pitchFamily="18" charset="0"/>
              </a:rPr>
              <a:t>f Project Management</a:t>
            </a:r>
            <a:br>
              <a:rPr lang="en-US" sz="2400" b="1" kern="100" dirty="0">
                <a:effectLst/>
                <a:latin typeface="Times New Roman" panose="02020603050405020304" pitchFamily="18" charset="0"/>
                <a:ea typeface="Times New Roman" panose="02020603050405020304" pitchFamily="18"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DBA1774-12D8-51FF-599E-484330802977}"/>
              </a:ext>
            </a:extLst>
          </p:cNvPr>
          <p:cNvSpPr>
            <a:spLocks noGrp="1"/>
          </p:cNvSpPr>
          <p:nvPr>
            <p:ph idx="1"/>
          </p:nvPr>
        </p:nvSpPr>
        <p:spPr>
          <a:xfrm>
            <a:off x="6008068" y="978993"/>
            <a:ext cx="5365218" cy="4900014"/>
          </a:xfrm>
          <a:effectLst/>
        </p:spPr>
        <p:txBody>
          <a:bodyPr>
            <a:normAutofit/>
          </a:bodyPr>
          <a:lstStyle/>
          <a:p>
            <a:pPr>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Scope and Time Management</a:t>
            </a:r>
          </a:p>
          <a:p>
            <a:pPr>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Resource Optimization</a:t>
            </a:r>
          </a:p>
          <a:p>
            <a:pPr>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Collaboration and Communication</a:t>
            </a:r>
          </a:p>
          <a:p>
            <a:pPr>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Risk Mitigation</a:t>
            </a:r>
          </a:p>
          <a:p>
            <a:pPr>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Stakeholder Engagement</a:t>
            </a:r>
          </a:p>
          <a:p>
            <a:pPr>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Quality Assurance</a:t>
            </a:r>
          </a:p>
        </p:txBody>
      </p:sp>
      <p:sp>
        <p:nvSpPr>
          <p:cNvPr id="4" name="Slide Number Placeholder 3">
            <a:extLst>
              <a:ext uri="{FF2B5EF4-FFF2-40B4-BE49-F238E27FC236}">
                <a16:creationId xmlns:a16="http://schemas.microsoft.com/office/drawing/2014/main" id="{44922B58-D024-79EA-BDB9-29914F3AF6DC}"/>
              </a:ext>
            </a:extLst>
          </p:cNvPr>
          <p:cNvSpPr>
            <a:spLocks noGrp="1"/>
          </p:cNvSpPr>
          <p:nvPr>
            <p:ph type="sldNum" sz="quarter" idx="12"/>
          </p:nvPr>
        </p:nvSpPr>
        <p:spPr/>
        <p:txBody>
          <a:bodyPr/>
          <a:lstStyle/>
          <a:p>
            <a:fld id="{9E97B246-A394-496D-83E9-A9CDE125FB17}" type="slidenum">
              <a:rPr lang="en-US" smtClean="0"/>
              <a:t>5</a:t>
            </a:fld>
            <a:endParaRPr lang="en-US"/>
          </a:p>
        </p:txBody>
      </p:sp>
      <p:sp>
        <p:nvSpPr>
          <p:cNvPr id="7" name="TextBox 6">
            <a:extLst>
              <a:ext uri="{FF2B5EF4-FFF2-40B4-BE49-F238E27FC236}">
                <a16:creationId xmlns:a16="http://schemas.microsoft.com/office/drawing/2014/main" id="{E94E674D-C8F3-3F0C-B524-C85C3B92BFF9}"/>
              </a:ext>
            </a:extLst>
          </p:cNvPr>
          <p:cNvSpPr txBox="1"/>
          <p:nvPr/>
        </p:nvSpPr>
        <p:spPr>
          <a:xfrm>
            <a:off x="9762984" y="6006377"/>
            <a:ext cx="927667" cy="400110"/>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Akhila</a:t>
            </a:r>
          </a:p>
        </p:txBody>
      </p:sp>
    </p:spTree>
    <p:extLst>
      <p:ext uri="{BB962C8B-B14F-4D97-AF65-F5344CB8AC3E}">
        <p14:creationId xmlns:p14="http://schemas.microsoft.com/office/powerpoint/2010/main" val="40401103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2B82547-2424-4E7A-A98B-75206EE730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23">
            <a:extLst>
              <a:ext uri="{FF2B5EF4-FFF2-40B4-BE49-F238E27FC236}">
                <a16:creationId xmlns:a16="http://schemas.microsoft.com/office/drawing/2014/main" id="{5109BC2F-9616-4D7D-9E98-57898009A8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4637005" cy="6858000"/>
          </a:xfrm>
          <a:custGeom>
            <a:avLst/>
            <a:gdLst>
              <a:gd name="connsiteX0" fmla="*/ 0 w 4637005"/>
              <a:gd name="connsiteY0" fmla="*/ 0 h 6858000"/>
              <a:gd name="connsiteX1" fmla="*/ 4637005 w 4637005"/>
              <a:gd name="connsiteY1" fmla="*/ 0 h 6858000"/>
              <a:gd name="connsiteX2" fmla="*/ 4637005 w 4637005"/>
              <a:gd name="connsiteY2" fmla="*/ 1900238 h 6858000"/>
              <a:gd name="connsiteX3" fmla="*/ 4266589 w 4637005"/>
              <a:gd name="connsiteY3" fmla="*/ 2178050 h 6858000"/>
              <a:gd name="connsiteX4" fmla="*/ 4262355 w 4637005"/>
              <a:gd name="connsiteY4" fmla="*/ 2184400 h 6858000"/>
              <a:gd name="connsiteX5" fmla="*/ 4256005 w 4637005"/>
              <a:gd name="connsiteY5" fmla="*/ 2193925 h 6858000"/>
              <a:gd name="connsiteX6" fmla="*/ 4249655 w 4637005"/>
              <a:gd name="connsiteY6" fmla="*/ 2201863 h 6858000"/>
              <a:gd name="connsiteX7" fmla="*/ 4249655 w 4637005"/>
              <a:gd name="connsiteY7" fmla="*/ 2211388 h 6858000"/>
              <a:gd name="connsiteX8" fmla="*/ 4249655 w 4637005"/>
              <a:gd name="connsiteY8" fmla="*/ 2220913 h 6858000"/>
              <a:gd name="connsiteX9" fmla="*/ 4256005 w 4637005"/>
              <a:gd name="connsiteY9" fmla="*/ 2228850 h 6858000"/>
              <a:gd name="connsiteX10" fmla="*/ 4262355 w 4637005"/>
              <a:gd name="connsiteY10" fmla="*/ 2238375 h 6858000"/>
              <a:gd name="connsiteX11" fmla="*/ 4266589 w 4637005"/>
              <a:gd name="connsiteY11" fmla="*/ 2244725 h 6858000"/>
              <a:gd name="connsiteX12" fmla="*/ 4637005 w 4637005"/>
              <a:gd name="connsiteY12" fmla="*/ 2522538 h 6858000"/>
              <a:gd name="connsiteX13" fmla="*/ 4637005 w 4637005"/>
              <a:gd name="connsiteY13" fmla="*/ 6858000 h 6858000"/>
              <a:gd name="connsiteX14" fmla="*/ 0 w 4637005"/>
              <a:gd name="connsiteY1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637005" h="6858000">
                <a:moveTo>
                  <a:pt x="0" y="0"/>
                </a:moveTo>
                <a:lnTo>
                  <a:pt x="4637005" y="0"/>
                </a:lnTo>
                <a:lnTo>
                  <a:pt x="4637005" y="1900238"/>
                </a:lnTo>
                <a:lnTo>
                  <a:pt x="4266589" y="2178050"/>
                </a:lnTo>
                <a:lnTo>
                  <a:pt x="4262355" y="2184400"/>
                </a:lnTo>
                <a:lnTo>
                  <a:pt x="4256005" y="2193925"/>
                </a:lnTo>
                <a:lnTo>
                  <a:pt x="4249655" y="2201863"/>
                </a:lnTo>
                <a:lnTo>
                  <a:pt x="4249655" y="2211388"/>
                </a:lnTo>
                <a:lnTo>
                  <a:pt x="4249655" y="2220913"/>
                </a:lnTo>
                <a:lnTo>
                  <a:pt x="4256005" y="2228850"/>
                </a:lnTo>
                <a:lnTo>
                  <a:pt x="4262355" y="2238375"/>
                </a:lnTo>
                <a:lnTo>
                  <a:pt x="4266589" y="2244725"/>
                </a:lnTo>
                <a:lnTo>
                  <a:pt x="4637005" y="2522538"/>
                </a:lnTo>
                <a:lnTo>
                  <a:pt x="4637005" y="6858000"/>
                </a:lnTo>
                <a:lnTo>
                  <a:pt x="0" y="6858000"/>
                </a:lnTo>
                <a:close/>
              </a:path>
            </a:pathLst>
          </a:custGeom>
          <a:blipFill>
            <a:blip r:embed="rId2">
              <a:duotone>
                <a:schemeClr val="accent1">
                  <a:tint val="98000"/>
                  <a:lumMod val="102000"/>
                </a:schemeClr>
                <a:schemeClr val="accent1">
                  <a:shade val="98000"/>
                  <a:lumMod val="98000"/>
                </a:schemeClr>
              </a:duotone>
            </a:blip>
            <a:tile tx="0" ty="0" sx="100000" sy="100000" flip="none" algn="tl"/>
          </a:blipFill>
          <a:ln>
            <a:headEnd/>
            <a:tailEnd/>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19033225-F7F2-85E1-6EBC-0F52F2A44FE7}"/>
              </a:ext>
            </a:extLst>
          </p:cNvPr>
          <p:cNvSpPr>
            <a:spLocks noGrp="1"/>
          </p:cNvSpPr>
          <p:nvPr>
            <p:ph type="title"/>
          </p:nvPr>
        </p:nvSpPr>
        <p:spPr>
          <a:xfrm>
            <a:off x="683770" y="2774407"/>
            <a:ext cx="3269463" cy="1741714"/>
          </a:xfrm>
        </p:spPr>
        <p:txBody>
          <a:bodyPr anchor="t">
            <a:normAutofit/>
          </a:bodyPr>
          <a:lstStyle/>
          <a:p>
            <a:r>
              <a:rPr lang="en-US" sz="2400" dirty="0">
                <a:latin typeface="Times New Roman" panose="02020603050405020304" pitchFamily="18" charset="0"/>
                <a:cs typeface="Times New Roman" panose="02020603050405020304" pitchFamily="18" charset="0"/>
              </a:rPr>
              <a:t>Project Management Plan</a:t>
            </a:r>
          </a:p>
        </p:txBody>
      </p:sp>
      <p:graphicFrame>
        <p:nvGraphicFramePr>
          <p:cNvPr id="5" name="Content Placeholder 2">
            <a:extLst>
              <a:ext uri="{FF2B5EF4-FFF2-40B4-BE49-F238E27FC236}">
                <a16:creationId xmlns:a16="http://schemas.microsoft.com/office/drawing/2014/main" id="{21AB2EC0-A5D4-5643-CBA9-6387820F2450}"/>
              </a:ext>
            </a:extLst>
          </p:cNvPr>
          <p:cNvGraphicFramePr>
            <a:graphicFrameLocks noGrp="1"/>
          </p:cNvGraphicFramePr>
          <p:nvPr>
            <p:ph idx="1"/>
            <p:extLst>
              <p:ext uri="{D42A27DB-BD31-4B8C-83A1-F6EECF244321}">
                <p14:modId xmlns:p14="http://schemas.microsoft.com/office/powerpoint/2010/main" val="1756821683"/>
              </p:ext>
            </p:extLst>
          </p:nvPr>
        </p:nvGraphicFramePr>
        <p:xfrm>
          <a:off x="5508820" y="965200"/>
          <a:ext cx="5728344" cy="4902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Slide Number Placeholder 2">
            <a:extLst>
              <a:ext uri="{FF2B5EF4-FFF2-40B4-BE49-F238E27FC236}">
                <a16:creationId xmlns:a16="http://schemas.microsoft.com/office/drawing/2014/main" id="{185D3E96-7C9C-9B6A-178E-FF3F06A8F292}"/>
              </a:ext>
            </a:extLst>
          </p:cNvPr>
          <p:cNvSpPr>
            <a:spLocks noGrp="1"/>
          </p:cNvSpPr>
          <p:nvPr>
            <p:ph type="sldNum" sz="quarter" idx="12"/>
          </p:nvPr>
        </p:nvSpPr>
        <p:spPr/>
        <p:txBody>
          <a:bodyPr/>
          <a:lstStyle/>
          <a:p>
            <a:fld id="{9E97B246-A394-496D-83E9-A9CDE125FB17}" type="slidenum">
              <a:rPr lang="en-US" smtClean="0"/>
              <a:t>6</a:t>
            </a:fld>
            <a:endParaRPr lang="en-US"/>
          </a:p>
        </p:txBody>
      </p:sp>
      <p:sp>
        <p:nvSpPr>
          <p:cNvPr id="7" name="TextBox 6">
            <a:extLst>
              <a:ext uri="{FF2B5EF4-FFF2-40B4-BE49-F238E27FC236}">
                <a16:creationId xmlns:a16="http://schemas.microsoft.com/office/drawing/2014/main" id="{64A0CD7A-46F4-3C6C-737D-23C93912F806}"/>
              </a:ext>
            </a:extLst>
          </p:cNvPr>
          <p:cNvSpPr txBox="1"/>
          <p:nvPr/>
        </p:nvSpPr>
        <p:spPr>
          <a:xfrm>
            <a:off x="9782175" y="6052544"/>
            <a:ext cx="1266825" cy="707886"/>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Akhila</a:t>
            </a:r>
          </a:p>
          <a:p>
            <a:endParaRPr lang="en-US" sz="2000" dirty="0"/>
          </a:p>
        </p:txBody>
      </p:sp>
    </p:spTree>
    <p:extLst>
      <p:ext uri="{BB962C8B-B14F-4D97-AF65-F5344CB8AC3E}">
        <p14:creationId xmlns:p14="http://schemas.microsoft.com/office/powerpoint/2010/main" val="22049457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96EED-36A7-4B85-D995-EFD8E8FBF3EB}"/>
              </a:ext>
            </a:extLst>
          </p:cNvPr>
          <p:cNvSpPr>
            <a:spLocks noGrp="1"/>
          </p:cNvSpPr>
          <p:nvPr>
            <p:ph type="title"/>
          </p:nvPr>
        </p:nvSpPr>
        <p:spPr>
          <a:xfrm>
            <a:off x="810001" y="513312"/>
            <a:ext cx="10571998" cy="970450"/>
          </a:xfrm>
        </p:spPr>
        <p:txBody>
          <a:bodyPr>
            <a:normAutofit/>
          </a:bodyPr>
          <a:lstStyle/>
          <a:p>
            <a:pPr>
              <a:lnSpc>
                <a:spcPct val="90000"/>
              </a:lnSpc>
            </a:pPr>
            <a:r>
              <a:rPr lang="en-US" sz="2400" dirty="0">
                <a:latin typeface="Times New Roman" panose="02020603050405020304" pitchFamily="18" charset="0"/>
                <a:cs typeface="Times New Roman" panose="02020603050405020304" pitchFamily="18" charset="0"/>
              </a:rPr>
              <a:t>Project Management knowledge Areas</a:t>
            </a:r>
            <a:br>
              <a:rPr lang="en-US" sz="3100" dirty="0"/>
            </a:br>
            <a:endParaRPr lang="en-US" sz="3100" dirty="0"/>
          </a:p>
        </p:txBody>
      </p:sp>
      <p:graphicFrame>
        <p:nvGraphicFramePr>
          <p:cNvPr id="15" name="Content Placeholder 2">
            <a:extLst>
              <a:ext uri="{FF2B5EF4-FFF2-40B4-BE49-F238E27FC236}">
                <a16:creationId xmlns:a16="http://schemas.microsoft.com/office/drawing/2014/main" id="{ED17FA2A-6DEE-864D-2362-AA8767BC263E}"/>
              </a:ext>
            </a:extLst>
          </p:cNvPr>
          <p:cNvGraphicFramePr>
            <a:graphicFrameLocks noGrp="1"/>
          </p:cNvGraphicFramePr>
          <p:nvPr>
            <p:ph idx="1"/>
            <p:extLst>
              <p:ext uri="{D42A27DB-BD31-4B8C-83A1-F6EECF244321}">
                <p14:modId xmlns:p14="http://schemas.microsoft.com/office/powerpoint/2010/main" val="1631129597"/>
              </p:ext>
            </p:extLst>
          </p:nvPr>
        </p:nvGraphicFramePr>
        <p:xfrm>
          <a:off x="819150" y="2548647"/>
          <a:ext cx="10553700" cy="331081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Slide Number Placeholder 2">
            <a:extLst>
              <a:ext uri="{FF2B5EF4-FFF2-40B4-BE49-F238E27FC236}">
                <a16:creationId xmlns:a16="http://schemas.microsoft.com/office/drawing/2014/main" id="{72FFF0BD-40C3-361D-EEFA-1E857C54FD17}"/>
              </a:ext>
            </a:extLst>
          </p:cNvPr>
          <p:cNvSpPr>
            <a:spLocks noGrp="1"/>
          </p:cNvSpPr>
          <p:nvPr>
            <p:ph type="sldNum" sz="quarter" idx="12"/>
          </p:nvPr>
        </p:nvSpPr>
        <p:spPr/>
        <p:txBody>
          <a:bodyPr/>
          <a:lstStyle/>
          <a:p>
            <a:fld id="{9E97B246-A394-496D-83E9-A9CDE125FB17}" type="slidenum">
              <a:rPr lang="en-US" smtClean="0"/>
              <a:t>7</a:t>
            </a:fld>
            <a:endParaRPr lang="en-US"/>
          </a:p>
        </p:txBody>
      </p:sp>
      <p:sp>
        <p:nvSpPr>
          <p:cNvPr id="6" name="TextBox 5">
            <a:extLst>
              <a:ext uri="{FF2B5EF4-FFF2-40B4-BE49-F238E27FC236}">
                <a16:creationId xmlns:a16="http://schemas.microsoft.com/office/drawing/2014/main" id="{D13F6C03-FA24-17D7-DE29-4686C824C4F7}"/>
              </a:ext>
            </a:extLst>
          </p:cNvPr>
          <p:cNvSpPr txBox="1"/>
          <p:nvPr/>
        </p:nvSpPr>
        <p:spPr>
          <a:xfrm>
            <a:off x="8860632" y="6057899"/>
            <a:ext cx="1264444" cy="400110"/>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Vineetha</a:t>
            </a:r>
          </a:p>
        </p:txBody>
      </p:sp>
    </p:spTree>
    <p:extLst>
      <p:ext uri="{BB962C8B-B14F-4D97-AF65-F5344CB8AC3E}">
        <p14:creationId xmlns:p14="http://schemas.microsoft.com/office/powerpoint/2010/main" val="28847458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9A69AF-D57B-49B4-886C-D4A5DC1944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CABDC08D-6093-4397-92D4-54D00E2BB1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rot="16200000">
            <a:off x="-650724" y="650724"/>
            <a:ext cx="6858000" cy="5556552"/>
          </a:xfrm>
          <a:custGeom>
            <a:avLst/>
            <a:gdLst>
              <a:gd name="connsiteX0" fmla="*/ 6858000 w 6858000"/>
              <a:gd name="connsiteY0" fmla="*/ 3445704 h 5556552"/>
              <a:gd name="connsiteX1" fmla="*/ 3829242 w 6858000"/>
              <a:gd name="connsiteY1" fmla="*/ 5433322 h 5556552"/>
              <a:gd name="connsiteX2" fmla="*/ 3827369 w 6858000"/>
              <a:gd name="connsiteY2" fmla="*/ 5434867 h 5556552"/>
              <a:gd name="connsiteX3" fmla="*/ 3824583 w 6858000"/>
              <a:gd name="connsiteY3" fmla="*/ 5436378 h 5556552"/>
              <a:gd name="connsiteX4" fmla="*/ 3798693 w 6858000"/>
              <a:gd name="connsiteY4" fmla="*/ 5453370 h 5556552"/>
              <a:gd name="connsiteX5" fmla="*/ 3785011 w 6858000"/>
              <a:gd name="connsiteY5" fmla="*/ 5457858 h 5556552"/>
              <a:gd name="connsiteX6" fmla="*/ 3706339 w 6858000"/>
              <a:gd name="connsiteY6" fmla="*/ 5500559 h 5556552"/>
              <a:gd name="connsiteX7" fmla="*/ 3428998 w 6858000"/>
              <a:gd name="connsiteY7" fmla="*/ 5556552 h 5556552"/>
              <a:gd name="connsiteX8" fmla="*/ 3151658 w 6858000"/>
              <a:gd name="connsiteY8" fmla="*/ 5500559 h 5556552"/>
              <a:gd name="connsiteX9" fmla="*/ 3072996 w 6858000"/>
              <a:gd name="connsiteY9" fmla="*/ 5457863 h 5556552"/>
              <a:gd name="connsiteX10" fmla="*/ 3059298 w 6858000"/>
              <a:gd name="connsiteY10" fmla="*/ 5453370 h 5556552"/>
              <a:gd name="connsiteX11" fmla="*/ 3033383 w 6858000"/>
              <a:gd name="connsiteY11" fmla="*/ 5436362 h 5556552"/>
              <a:gd name="connsiteX12" fmla="*/ 3030627 w 6858000"/>
              <a:gd name="connsiteY12" fmla="*/ 5434867 h 5556552"/>
              <a:gd name="connsiteX13" fmla="*/ 3028775 w 6858000"/>
              <a:gd name="connsiteY13" fmla="*/ 5433338 h 5556552"/>
              <a:gd name="connsiteX14" fmla="*/ 0 w 6858000"/>
              <a:gd name="connsiteY14" fmla="*/ 3445704 h 5556552"/>
              <a:gd name="connsiteX15" fmla="*/ 6858000 w 6858000"/>
              <a:gd name="connsiteY15" fmla="*/ 0 h 5556552"/>
              <a:gd name="connsiteX16" fmla="*/ 6858000 w 6858000"/>
              <a:gd name="connsiteY16" fmla="*/ 349336 h 5556552"/>
              <a:gd name="connsiteX17" fmla="*/ 6858000 w 6858000"/>
              <a:gd name="connsiteY17" fmla="*/ 3445703 h 5556552"/>
              <a:gd name="connsiteX18" fmla="*/ 0 w 6858000"/>
              <a:gd name="connsiteY18" fmla="*/ 3445703 h 5556552"/>
              <a:gd name="connsiteX19" fmla="*/ 0 w 6858000"/>
              <a:gd name="connsiteY19" fmla="*/ 0 h 5556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858000" h="5556552">
                <a:moveTo>
                  <a:pt x="6858000" y="3445704"/>
                </a:moveTo>
                <a:lnTo>
                  <a:pt x="3829242" y="5433322"/>
                </a:lnTo>
                <a:lnTo>
                  <a:pt x="3827369" y="5434867"/>
                </a:lnTo>
                <a:lnTo>
                  <a:pt x="3824583" y="5436378"/>
                </a:lnTo>
                <a:lnTo>
                  <a:pt x="3798693" y="5453370"/>
                </a:lnTo>
                <a:lnTo>
                  <a:pt x="3785011" y="5457858"/>
                </a:lnTo>
                <a:lnTo>
                  <a:pt x="3706339" y="5500559"/>
                </a:lnTo>
                <a:cubicBezTo>
                  <a:pt x="3621096" y="5536614"/>
                  <a:pt x="3527375" y="5556552"/>
                  <a:pt x="3428998" y="5556552"/>
                </a:cubicBezTo>
                <a:cubicBezTo>
                  <a:pt x="3330621" y="5556552"/>
                  <a:pt x="3236901" y="5536614"/>
                  <a:pt x="3151658" y="5500559"/>
                </a:cubicBezTo>
                <a:lnTo>
                  <a:pt x="3072996" y="5457863"/>
                </a:lnTo>
                <a:lnTo>
                  <a:pt x="3059298" y="5453370"/>
                </a:lnTo>
                <a:lnTo>
                  <a:pt x="3033383" y="5436362"/>
                </a:lnTo>
                <a:lnTo>
                  <a:pt x="3030627" y="5434867"/>
                </a:lnTo>
                <a:lnTo>
                  <a:pt x="3028775" y="5433338"/>
                </a:lnTo>
                <a:lnTo>
                  <a:pt x="0" y="3445704"/>
                </a:lnTo>
                <a:close/>
                <a:moveTo>
                  <a:pt x="6858000" y="0"/>
                </a:moveTo>
                <a:lnTo>
                  <a:pt x="6858000" y="349336"/>
                </a:lnTo>
                <a:lnTo>
                  <a:pt x="6858000" y="3445703"/>
                </a:lnTo>
                <a:lnTo>
                  <a:pt x="0" y="3445703"/>
                </a:lnTo>
                <a:lnTo>
                  <a:pt x="0" y="0"/>
                </a:lnTo>
                <a:close/>
              </a:path>
            </a:pathLst>
          </a:custGeom>
          <a:ln>
            <a:noFill/>
          </a:ln>
          <a:effectLst/>
          <a:extLst>
            <a:ext uri="{91240B29-F687-4f45-9708-019B960494DF}">
              <a14:hiddenLine xmlns="" xmlns:a14="http://schemas.microsoft.com/office/drawing/2010/main" xmlns:p14="http://schemas.microsoft.com/office/powerpoint/2010/main" xmlns:a16="http://schemas.microsoft.com/office/drawing/2014/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5FD21594-3EC7-7D8E-7C15-1EDEAC3C6F13}"/>
              </a:ext>
            </a:extLst>
          </p:cNvPr>
          <p:cNvSpPr>
            <a:spLocks noGrp="1"/>
          </p:cNvSpPr>
          <p:nvPr>
            <p:ph type="title"/>
          </p:nvPr>
        </p:nvSpPr>
        <p:spPr>
          <a:xfrm>
            <a:off x="451515" y="1734857"/>
            <a:ext cx="3765483" cy="3388287"/>
          </a:xfrm>
        </p:spPr>
        <p:txBody>
          <a:bodyPr anchor="ctr">
            <a:normAutofit/>
          </a:bodyPr>
          <a:lstStyle/>
          <a:p>
            <a:r>
              <a:rPr lang="en-US" sz="2400" dirty="0">
                <a:latin typeface="Times New Roman" panose="02020603050405020304" pitchFamily="18" charset="0"/>
                <a:cs typeface="Times New Roman" panose="02020603050405020304" pitchFamily="18" charset="0"/>
              </a:rPr>
              <a:t>Project Management Methodologies</a:t>
            </a:r>
          </a:p>
        </p:txBody>
      </p:sp>
      <p:sp>
        <p:nvSpPr>
          <p:cNvPr id="3" name="Content Placeholder 2">
            <a:extLst>
              <a:ext uri="{FF2B5EF4-FFF2-40B4-BE49-F238E27FC236}">
                <a16:creationId xmlns:a16="http://schemas.microsoft.com/office/drawing/2014/main" id="{79770C4F-24B2-8F55-3E3D-36ACE29B1E13}"/>
              </a:ext>
            </a:extLst>
          </p:cNvPr>
          <p:cNvSpPr>
            <a:spLocks noGrp="1"/>
          </p:cNvSpPr>
          <p:nvPr>
            <p:ph idx="1"/>
          </p:nvPr>
        </p:nvSpPr>
        <p:spPr>
          <a:xfrm>
            <a:off x="6008068" y="978993"/>
            <a:ext cx="5365218" cy="4900014"/>
          </a:xfrm>
          <a:effectLst/>
        </p:spPr>
        <p:txBody>
          <a:bodyPr>
            <a:normAutofit/>
          </a:bodyPr>
          <a:lstStyle/>
          <a:p>
            <a:pPr>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Waterfall methodology</a:t>
            </a:r>
          </a:p>
          <a:p>
            <a:pPr>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Agile methodology</a:t>
            </a:r>
          </a:p>
          <a:p>
            <a:pPr>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Scrum methodology</a:t>
            </a:r>
          </a:p>
          <a:p>
            <a:pPr>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Kanban methodology</a:t>
            </a:r>
          </a:p>
          <a:p>
            <a:pPr>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Scrumban methodology</a:t>
            </a:r>
          </a:p>
          <a:p>
            <a:pPr>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eXtreme programming (XP) methodology</a:t>
            </a:r>
          </a:p>
          <a:p>
            <a:pPr>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Adaptive project framework</a:t>
            </a:r>
          </a:p>
          <a:p>
            <a:pPr>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Lean methodology</a:t>
            </a:r>
          </a:p>
        </p:txBody>
      </p:sp>
      <p:sp>
        <p:nvSpPr>
          <p:cNvPr id="4" name="Slide Number Placeholder 3">
            <a:extLst>
              <a:ext uri="{FF2B5EF4-FFF2-40B4-BE49-F238E27FC236}">
                <a16:creationId xmlns:a16="http://schemas.microsoft.com/office/drawing/2014/main" id="{B1F8E0D7-D9C4-894D-6EB2-32E6F6CCF79B}"/>
              </a:ext>
            </a:extLst>
          </p:cNvPr>
          <p:cNvSpPr>
            <a:spLocks noGrp="1"/>
          </p:cNvSpPr>
          <p:nvPr>
            <p:ph type="sldNum" sz="quarter" idx="12"/>
          </p:nvPr>
        </p:nvSpPr>
        <p:spPr/>
        <p:txBody>
          <a:bodyPr/>
          <a:lstStyle/>
          <a:p>
            <a:fld id="{9E97B246-A394-496D-83E9-A9CDE125FB17}" type="slidenum">
              <a:rPr lang="en-US" smtClean="0"/>
              <a:t>8</a:t>
            </a:fld>
            <a:endParaRPr lang="en-US"/>
          </a:p>
        </p:txBody>
      </p:sp>
      <p:sp>
        <p:nvSpPr>
          <p:cNvPr id="7" name="TextBox 6">
            <a:extLst>
              <a:ext uri="{FF2B5EF4-FFF2-40B4-BE49-F238E27FC236}">
                <a16:creationId xmlns:a16="http://schemas.microsoft.com/office/drawing/2014/main" id="{9A192454-3EFF-E1F8-B6B7-D9238D84E44A}"/>
              </a:ext>
            </a:extLst>
          </p:cNvPr>
          <p:cNvSpPr txBox="1"/>
          <p:nvPr/>
        </p:nvSpPr>
        <p:spPr>
          <a:xfrm>
            <a:off x="8172449" y="6019800"/>
            <a:ext cx="2505881" cy="400110"/>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Naveen Kumar</a:t>
            </a:r>
          </a:p>
        </p:txBody>
      </p:sp>
    </p:spTree>
    <p:extLst>
      <p:ext uri="{BB962C8B-B14F-4D97-AF65-F5344CB8AC3E}">
        <p14:creationId xmlns:p14="http://schemas.microsoft.com/office/powerpoint/2010/main" val="7592956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9A69AF-D57B-49B4-886C-D4A5DC1944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CABDC08D-6093-4397-92D4-54D00E2BB1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rot="16200000">
            <a:off x="-650724" y="650724"/>
            <a:ext cx="6858000" cy="5556552"/>
          </a:xfrm>
          <a:custGeom>
            <a:avLst/>
            <a:gdLst>
              <a:gd name="connsiteX0" fmla="*/ 6858000 w 6858000"/>
              <a:gd name="connsiteY0" fmla="*/ 3445704 h 5556552"/>
              <a:gd name="connsiteX1" fmla="*/ 3829242 w 6858000"/>
              <a:gd name="connsiteY1" fmla="*/ 5433322 h 5556552"/>
              <a:gd name="connsiteX2" fmla="*/ 3827369 w 6858000"/>
              <a:gd name="connsiteY2" fmla="*/ 5434867 h 5556552"/>
              <a:gd name="connsiteX3" fmla="*/ 3824583 w 6858000"/>
              <a:gd name="connsiteY3" fmla="*/ 5436378 h 5556552"/>
              <a:gd name="connsiteX4" fmla="*/ 3798693 w 6858000"/>
              <a:gd name="connsiteY4" fmla="*/ 5453370 h 5556552"/>
              <a:gd name="connsiteX5" fmla="*/ 3785011 w 6858000"/>
              <a:gd name="connsiteY5" fmla="*/ 5457858 h 5556552"/>
              <a:gd name="connsiteX6" fmla="*/ 3706339 w 6858000"/>
              <a:gd name="connsiteY6" fmla="*/ 5500559 h 5556552"/>
              <a:gd name="connsiteX7" fmla="*/ 3428998 w 6858000"/>
              <a:gd name="connsiteY7" fmla="*/ 5556552 h 5556552"/>
              <a:gd name="connsiteX8" fmla="*/ 3151658 w 6858000"/>
              <a:gd name="connsiteY8" fmla="*/ 5500559 h 5556552"/>
              <a:gd name="connsiteX9" fmla="*/ 3072996 w 6858000"/>
              <a:gd name="connsiteY9" fmla="*/ 5457863 h 5556552"/>
              <a:gd name="connsiteX10" fmla="*/ 3059298 w 6858000"/>
              <a:gd name="connsiteY10" fmla="*/ 5453370 h 5556552"/>
              <a:gd name="connsiteX11" fmla="*/ 3033383 w 6858000"/>
              <a:gd name="connsiteY11" fmla="*/ 5436362 h 5556552"/>
              <a:gd name="connsiteX12" fmla="*/ 3030627 w 6858000"/>
              <a:gd name="connsiteY12" fmla="*/ 5434867 h 5556552"/>
              <a:gd name="connsiteX13" fmla="*/ 3028775 w 6858000"/>
              <a:gd name="connsiteY13" fmla="*/ 5433338 h 5556552"/>
              <a:gd name="connsiteX14" fmla="*/ 0 w 6858000"/>
              <a:gd name="connsiteY14" fmla="*/ 3445704 h 5556552"/>
              <a:gd name="connsiteX15" fmla="*/ 6858000 w 6858000"/>
              <a:gd name="connsiteY15" fmla="*/ 0 h 5556552"/>
              <a:gd name="connsiteX16" fmla="*/ 6858000 w 6858000"/>
              <a:gd name="connsiteY16" fmla="*/ 349336 h 5556552"/>
              <a:gd name="connsiteX17" fmla="*/ 6858000 w 6858000"/>
              <a:gd name="connsiteY17" fmla="*/ 3445703 h 5556552"/>
              <a:gd name="connsiteX18" fmla="*/ 0 w 6858000"/>
              <a:gd name="connsiteY18" fmla="*/ 3445703 h 5556552"/>
              <a:gd name="connsiteX19" fmla="*/ 0 w 6858000"/>
              <a:gd name="connsiteY19" fmla="*/ 0 h 5556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858000" h="5556552">
                <a:moveTo>
                  <a:pt x="6858000" y="3445704"/>
                </a:moveTo>
                <a:lnTo>
                  <a:pt x="3829242" y="5433322"/>
                </a:lnTo>
                <a:lnTo>
                  <a:pt x="3827369" y="5434867"/>
                </a:lnTo>
                <a:lnTo>
                  <a:pt x="3824583" y="5436378"/>
                </a:lnTo>
                <a:lnTo>
                  <a:pt x="3798693" y="5453370"/>
                </a:lnTo>
                <a:lnTo>
                  <a:pt x="3785011" y="5457858"/>
                </a:lnTo>
                <a:lnTo>
                  <a:pt x="3706339" y="5500559"/>
                </a:lnTo>
                <a:cubicBezTo>
                  <a:pt x="3621096" y="5536614"/>
                  <a:pt x="3527375" y="5556552"/>
                  <a:pt x="3428998" y="5556552"/>
                </a:cubicBezTo>
                <a:cubicBezTo>
                  <a:pt x="3330621" y="5556552"/>
                  <a:pt x="3236901" y="5536614"/>
                  <a:pt x="3151658" y="5500559"/>
                </a:cubicBezTo>
                <a:lnTo>
                  <a:pt x="3072996" y="5457863"/>
                </a:lnTo>
                <a:lnTo>
                  <a:pt x="3059298" y="5453370"/>
                </a:lnTo>
                <a:lnTo>
                  <a:pt x="3033383" y="5436362"/>
                </a:lnTo>
                <a:lnTo>
                  <a:pt x="3030627" y="5434867"/>
                </a:lnTo>
                <a:lnTo>
                  <a:pt x="3028775" y="5433338"/>
                </a:lnTo>
                <a:lnTo>
                  <a:pt x="0" y="3445704"/>
                </a:lnTo>
                <a:close/>
                <a:moveTo>
                  <a:pt x="6858000" y="0"/>
                </a:moveTo>
                <a:lnTo>
                  <a:pt x="6858000" y="349336"/>
                </a:lnTo>
                <a:lnTo>
                  <a:pt x="6858000" y="3445703"/>
                </a:lnTo>
                <a:lnTo>
                  <a:pt x="0" y="3445703"/>
                </a:lnTo>
                <a:lnTo>
                  <a:pt x="0" y="0"/>
                </a:lnTo>
                <a:close/>
              </a:path>
            </a:pathLst>
          </a:custGeom>
          <a:ln>
            <a:noFill/>
          </a:ln>
          <a:effectLst/>
          <a:extLst>
            <a:ext uri="{91240B29-F687-4f45-9708-019B960494DF}">
              <a14:hiddenLine xmlns:a16="http://schemas.microsoft.com/office/drawing/2014/main" xmlns:p14="http://schemas.microsoft.com/office/powerpoint/2010/main"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C06AD901-3FB1-7DC3-DDE6-1A7A007BD735}"/>
              </a:ext>
            </a:extLst>
          </p:cNvPr>
          <p:cNvSpPr>
            <a:spLocks noGrp="1"/>
          </p:cNvSpPr>
          <p:nvPr>
            <p:ph type="title"/>
          </p:nvPr>
        </p:nvSpPr>
        <p:spPr>
          <a:xfrm>
            <a:off x="451515" y="1734857"/>
            <a:ext cx="3765483" cy="3388287"/>
          </a:xfrm>
        </p:spPr>
        <p:txBody>
          <a:bodyPr anchor="ctr">
            <a:normAutofit/>
          </a:bodyPr>
          <a:lstStyle/>
          <a:p>
            <a:r>
              <a:rPr lang="en-US" sz="2000" dirty="0">
                <a:latin typeface="Times New Roman" panose="02020603050405020304" pitchFamily="18" charset="0"/>
                <a:cs typeface="Times New Roman" panose="02020603050405020304" pitchFamily="18" charset="0"/>
              </a:rPr>
              <a:t>Phases of Project Management</a:t>
            </a:r>
          </a:p>
        </p:txBody>
      </p:sp>
      <p:graphicFrame>
        <p:nvGraphicFramePr>
          <p:cNvPr id="12" name="Content Placeholder 2">
            <a:extLst>
              <a:ext uri="{FF2B5EF4-FFF2-40B4-BE49-F238E27FC236}">
                <a16:creationId xmlns:a16="http://schemas.microsoft.com/office/drawing/2014/main" id="{C7E8E1BD-306C-49E9-981C-F71A6287812B}"/>
              </a:ext>
            </a:extLst>
          </p:cNvPr>
          <p:cNvGraphicFramePr>
            <a:graphicFrameLocks noGrp="1"/>
          </p:cNvGraphicFramePr>
          <p:nvPr>
            <p:ph idx="1"/>
            <p:extLst>
              <p:ext uri="{D42A27DB-BD31-4B8C-83A1-F6EECF244321}">
                <p14:modId xmlns:p14="http://schemas.microsoft.com/office/powerpoint/2010/main" val="2704254459"/>
              </p:ext>
            </p:extLst>
          </p:nvPr>
        </p:nvGraphicFramePr>
        <p:xfrm>
          <a:off x="6008068" y="978993"/>
          <a:ext cx="5365218" cy="490001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Slide Number Placeholder 2">
            <a:extLst>
              <a:ext uri="{FF2B5EF4-FFF2-40B4-BE49-F238E27FC236}">
                <a16:creationId xmlns:a16="http://schemas.microsoft.com/office/drawing/2014/main" id="{F8F14F41-B325-9268-DB0D-68F546078241}"/>
              </a:ext>
            </a:extLst>
          </p:cNvPr>
          <p:cNvSpPr>
            <a:spLocks noGrp="1"/>
          </p:cNvSpPr>
          <p:nvPr>
            <p:ph type="sldNum" sz="quarter" idx="12"/>
          </p:nvPr>
        </p:nvSpPr>
        <p:spPr/>
        <p:txBody>
          <a:bodyPr/>
          <a:lstStyle/>
          <a:p>
            <a:fld id="{9E97B246-A394-496D-83E9-A9CDE125FB17}" type="slidenum">
              <a:rPr lang="en-US" smtClean="0"/>
              <a:t>9</a:t>
            </a:fld>
            <a:endParaRPr lang="en-US"/>
          </a:p>
        </p:txBody>
      </p:sp>
      <p:sp>
        <p:nvSpPr>
          <p:cNvPr id="6" name="TextBox 5">
            <a:extLst>
              <a:ext uri="{FF2B5EF4-FFF2-40B4-BE49-F238E27FC236}">
                <a16:creationId xmlns:a16="http://schemas.microsoft.com/office/drawing/2014/main" id="{25DF9DE7-C80B-CCCB-9DF0-DB556044FE88}"/>
              </a:ext>
            </a:extLst>
          </p:cNvPr>
          <p:cNvSpPr txBox="1"/>
          <p:nvPr/>
        </p:nvSpPr>
        <p:spPr>
          <a:xfrm>
            <a:off x="8686800" y="5915888"/>
            <a:ext cx="1895475" cy="400110"/>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Naveen Kumar</a:t>
            </a:r>
          </a:p>
        </p:txBody>
      </p:sp>
    </p:spTree>
    <p:extLst>
      <p:ext uri="{BB962C8B-B14F-4D97-AF65-F5344CB8AC3E}">
        <p14:creationId xmlns:p14="http://schemas.microsoft.com/office/powerpoint/2010/main" val="18125974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3322B77-FA16-4D4E-BAA6-811C61DB3E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CA6EF34F-3BAD-4CD8-B05E-03BA773AE8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rot="16200000">
            <a:off x="-1050631" y="1050634"/>
            <a:ext cx="6857997" cy="4756735"/>
          </a:xfrm>
          <a:custGeom>
            <a:avLst/>
            <a:gdLst>
              <a:gd name="connsiteX0" fmla="*/ 6857997 w 6857997"/>
              <a:gd name="connsiteY0" fmla="*/ 0 h 4756735"/>
              <a:gd name="connsiteX1" fmla="*/ 6857997 w 6857997"/>
              <a:gd name="connsiteY1" fmla="*/ 4458285 h 4756735"/>
              <a:gd name="connsiteX2" fmla="*/ 4861980 w 6857997"/>
              <a:gd name="connsiteY2" fmla="*/ 4458285 h 4756735"/>
              <a:gd name="connsiteX3" fmla="*/ 4480980 w 6857997"/>
              <a:gd name="connsiteY3" fmla="*/ 4744036 h 4756735"/>
              <a:gd name="connsiteX4" fmla="*/ 4472514 w 6857997"/>
              <a:gd name="connsiteY4" fmla="*/ 4747210 h 4756735"/>
              <a:gd name="connsiteX5" fmla="*/ 4459814 w 6857997"/>
              <a:gd name="connsiteY5" fmla="*/ 4751973 h 4756735"/>
              <a:gd name="connsiteX6" fmla="*/ 4447114 w 6857997"/>
              <a:gd name="connsiteY6" fmla="*/ 4756735 h 4756735"/>
              <a:gd name="connsiteX7" fmla="*/ 4436530 w 6857997"/>
              <a:gd name="connsiteY7" fmla="*/ 4756735 h 4756735"/>
              <a:gd name="connsiteX8" fmla="*/ 4423830 w 6857997"/>
              <a:gd name="connsiteY8" fmla="*/ 4756735 h 4756735"/>
              <a:gd name="connsiteX9" fmla="*/ 4413247 w 6857997"/>
              <a:gd name="connsiteY9" fmla="*/ 4751973 h 4756735"/>
              <a:gd name="connsiteX10" fmla="*/ 4400547 w 6857997"/>
              <a:gd name="connsiteY10" fmla="*/ 4747210 h 4756735"/>
              <a:gd name="connsiteX11" fmla="*/ 4392080 w 6857997"/>
              <a:gd name="connsiteY11" fmla="*/ 4744036 h 4756735"/>
              <a:gd name="connsiteX12" fmla="*/ 4011080 w 6857997"/>
              <a:gd name="connsiteY12" fmla="*/ 4458285 h 4756735"/>
              <a:gd name="connsiteX13" fmla="*/ 0 w 6857997"/>
              <a:gd name="connsiteY13" fmla="*/ 4458285 h 4756735"/>
              <a:gd name="connsiteX14" fmla="*/ 1 w 6857997"/>
              <a:gd name="connsiteY14" fmla="*/ 0 h 4756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857997" h="4756735">
                <a:moveTo>
                  <a:pt x="6857997" y="0"/>
                </a:moveTo>
                <a:lnTo>
                  <a:pt x="6857997" y="4458285"/>
                </a:lnTo>
                <a:lnTo>
                  <a:pt x="4861980" y="4458285"/>
                </a:lnTo>
                <a:lnTo>
                  <a:pt x="4480980" y="4744036"/>
                </a:lnTo>
                <a:lnTo>
                  <a:pt x="4472514" y="4747210"/>
                </a:lnTo>
                <a:lnTo>
                  <a:pt x="4459814" y="4751973"/>
                </a:lnTo>
                <a:lnTo>
                  <a:pt x="4447114" y="4756735"/>
                </a:lnTo>
                <a:lnTo>
                  <a:pt x="4436530" y="4756735"/>
                </a:lnTo>
                <a:lnTo>
                  <a:pt x="4423830" y="4756735"/>
                </a:lnTo>
                <a:lnTo>
                  <a:pt x="4413247" y="4751973"/>
                </a:lnTo>
                <a:lnTo>
                  <a:pt x="4400547" y="4747210"/>
                </a:lnTo>
                <a:lnTo>
                  <a:pt x="4392080" y="4744036"/>
                </a:lnTo>
                <a:lnTo>
                  <a:pt x="4011080" y="4458285"/>
                </a:lnTo>
                <a:lnTo>
                  <a:pt x="0" y="4458285"/>
                </a:lnTo>
                <a:lnTo>
                  <a:pt x="1" y="0"/>
                </a:lnTo>
                <a:close/>
              </a:path>
            </a:pathLst>
          </a:custGeom>
          <a:solidFill>
            <a:schemeClr val="accent1"/>
          </a:solidFill>
          <a:ln>
            <a:headEnd/>
            <a:tailEnd/>
          </a:ln>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C9240E76-6E1C-9EA0-799C-E1C28BD5869D}"/>
              </a:ext>
            </a:extLst>
          </p:cNvPr>
          <p:cNvSpPr>
            <a:spLocks noGrp="1"/>
          </p:cNvSpPr>
          <p:nvPr>
            <p:ph type="title"/>
          </p:nvPr>
        </p:nvSpPr>
        <p:spPr>
          <a:xfrm>
            <a:off x="746529" y="2337352"/>
            <a:ext cx="3520671" cy="1806023"/>
          </a:xfrm>
        </p:spPr>
        <p:txBody>
          <a:bodyPr anchor="t">
            <a:normAutofit/>
          </a:bodyPr>
          <a:lstStyle/>
          <a:p>
            <a:r>
              <a:rPr lang="en-US" sz="2400" dirty="0">
                <a:latin typeface="Times New Roman" panose="02020603050405020304" pitchFamily="18" charset="0"/>
                <a:cs typeface="Times New Roman" panose="02020603050405020304" pitchFamily="18" charset="0"/>
              </a:rPr>
              <a:t>P</a:t>
            </a:r>
            <a:r>
              <a:rPr lang="en-US" sz="2400" b="1" i="0" dirty="0">
                <a:effectLst/>
                <a:latin typeface="Times New Roman" panose="02020603050405020304" pitchFamily="18" charset="0"/>
                <a:cs typeface="Times New Roman" panose="02020603050405020304" pitchFamily="18" charset="0"/>
              </a:rPr>
              <a:t>roject </a:t>
            </a:r>
            <a:r>
              <a:rPr lang="en-US" sz="2400" dirty="0">
                <a:latin typeface="Times New Roman" panose="02020603050405020304" pitchFamily="18" charset="0"/>
                <a:cs typeface="Times New Roman" panose="02020603050405020304" pitchFamily="18" charset="0"/>
              </a:rPr>
              <a:t>M</a:t>
            </a:r>
            <a:r>
              <a:rPr lang="en-US" sz="2400" b="1" i="0" dirty="0">
                <a:effectLst/>
                <a:latin typeface="Times New Roman" panose="02020603050405020304" pitchFamily="18" charset="0"/>
                <a:cs typeface="Times New Roman" panose="02020603050405020304" pitchFamily="18" charset="0"/>
              </a:rPr>
              <a:t>anagement </a:t>
            </a:r>
            <a:r>
              <a:rPr lang="en-US" sz="2400" dirty="0">
                <a:latin typeface="Times New Roman" panose="02020603050405020304" pitchFamily="18" charset="0"/>
                <a:cs typeface="Times New Roman" panose="02020603050405020304" pitchFamily="18" charset="0"/>
              </a:rPr>
              <a:t>R</a:t>
            </a:r>
            <a:r>
              <a:rPr lang="en-US" sz="2400" b="1" i="0" dirty="0">
                <a:effectLst/>
                <a:latin typeface="Times New Roman" panose="02020603050405020304" pitchFamily="18" charset="0"/>
                <a:cs typeface="Times New Roman" panose="02020603050405020304" pitchFamily="18" charset="0"/>
              </a:rPr>
              <a:t>eports</a:t>
            </a:r>
            <a:br>
              <a:rPr lang="en-US" sz="2400" b="1" i="0" dirty="0">
                <a:effectLst/>
                <a:latin typeface="Times New Roman" panose="02020603050405020304" pitchFamily="18"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p:txBody>
      </p:sp>
      <p:graphicFrame>
        <p:nvGraphicFramePr>
          <p:cNvPr id="5" name="Content Placeholder 2">
            <a:extLst>
              <a:ext uri="{FF2B5EF4-FFF2-40B4-BE49-F238E27FC236}">
                <a16:creationId xmlns:a16="http://schemas.microsoft.com/office/drawing/2014/main" id="{794D1622-971E-1AED-0E6A-8A10035DAB74}"/>
              </a:ext>
            </a:extLst>
          </p:cNvPr>
          <p:cNvGraphicFramePr>
            <a:graphicFrameLocks noGrp="1"/>
          </p:cNvGraphicFramePr>
          <p:nvPr>
            <p:ph idx="1"/>
            <p:extLst>
              <p:ext uri="{D42A27DB-BD31-4B8C-83A1-F6EECF244321}">
                <p14:modId xmlns:p14="http://schemas.microsoft.com/office/powerpoint/2010/main" val="1606397188"/>
              </p:ext>
            </p:extLst>
          </p:nvPr>
        </p:nvGraphicFramePr>
        <p:xfrm>
          <a:off x="5556250" y="1262063"/>
          <a:ext cx="5816600" cy="43275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Slide Number Placeholder 2">
            <a:extLst>
              <a:ext uri="{FF2B5EF4-FFF2-40B4-BE49-F238E27FC236}">
                <a16:creationId xmlns:a16="http://schemas.microsoft.com/office/drawing/2014/main" id="{DB6D817C-61FF-6BCA-EEA7-2C6D9677A9D3}"/>
              </a:ext>
            </a:extLst>
          </p:cNvPr>
          <p:cNvSpPr>
            <a:spLocks noGrp="1"/>
          </p:cNvSpPr>
          <p:nvPr>
            <p:ph type="sldNum" sz="quarter" idx="12"/>
          </p:nvPr>
        </p:nvSpPr>
        <p:spPr/>
        <p:txBody>
          <a:bodyPr/>
          <a:lstStyle/>
          <a:p>
            <a:fld id="{9E97B246-A394-496D-83E9-A9CDE125FB17}" type="slidenum">
              <a:rPr lang="en-US" smtClean="0"/>
              <a:t>10</a:t>
            </a:fld>
            <a:endParaRPr lang="en-US"/>
          </a:p>
        </p:txBody>
      </p:sp>
      <p:sp>
        <p:nvSpPr>
          <p:cNvPr id="7" name="TextBox 6">
            <a:extLst>
              <a:ext uri="{FF2B5EF4-FFF2-40B4-BE49-F238E27FC236}">
                <a16:creationId xmlns:a16="http://schemas.microsoft.com/office/drawing/2014/main" id="{41CC1DC3-21E3-B251-8436-D015D2D62DDF}"/>
              </a:ext>
            </a:extLst>
          </p:cNvPr>
          <p:cNvSpPr txBox="1"/>
          <p:nvPr/>
        </p:nvSpPr>
        <p:spPr>
          <a:xfrm>
            <a:off x="8848726" y="6000750"/>
            <a:ext cx="1378092" cy="400110"/>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Ramadevi</a:t>
            </a:r>
          </a:p>
        </p:txBody>
      </p:sp>
    </p:spTree>
    <p:extLst>
      <p:ext uri="{BB962C8B-B14F-4D97-AF65-F5344CB8AC3E}">
        <p14:creationId xmlns:p14="http://schemas.microsoft.com/office/powerpoint/2010/main" val="27306435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A3322B77-FA16-4D4E-BAA6-811C61DB3E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CA6EF34F-3BAD-4CD8-B05E-03BA773AE8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rot="16200000">
            <a:off x="-1050631" y="1050634"/>
            <a:ext cx="6857997" cy="4756735"/>
          </a:xfrm>
          <a:custGeom>
            <a:avLst/>
            <a:gdLst>
              <a:gd name="connsiteX0" fmla="*/ 6857997 w 6857997"/>
              <a:gd name="connsiteY0" fmla="*/ 0 h 4756735"/>
              <a:gd name="connsiteX1" fmla="*/ 6857997 w 6857997"/>
              <a:gd name="connsiteY1" fmla="*/ 4458285 h 4756735"/>
              <a:gd name="connsiteX2" fmla="*/ 4861980 w 6857997"/>
              <a:gd name="connsiteY2" fmla="*/ 4458285 h 4756735"/>
              <a:gd name="connsiteX3" fmla="*/ 4480980 w 6857997"/>
              <a:gd name="connsiteY3" fmla="*/ 4744036 h 4756735"/>
              <a:gd name="connsiteX4" fmla="*/ 4472514 w 6857997"/>
              <a:gd name="connsiteY4" fmla="*/ 4747210 h 4756735"/>
              <a:gd name="connsiteX5" fmla="*/ 4459814 w 6857997"/>
              <a:gd name="connsiteY5" fmla="*/ 4751973 h 4756735"/>
              <a:gd name="connsiteX6" fmla="*/ 4447114 w 6857997"/>
              <a:gd name="connsiteY6" fmla="*/ 4756735 h 4756735"/>
              <a:gd name="connsiteX7" fmla="*/ 4436530 w 6857997"/>
              <a:gd name="connsiteY7" fmla="*/ 4756735 h 4756735"/>
              <a:gd name="connsiteX8" fmla="*/ 4423830 w 6857997"/>
              <a:gd name="connsiteY8" fmla="*/ 4756735 h 4756735"/>
              <a:gd name="connsiteX9" fmla="*/ 4413247 w 6857997"/>
              <a:gd name="connsiteY9" fmla="*/ 4751973 h 4756735"/>
              <a:gd name="connsiteX10" fmla="*/ 4400547 w 6857997"/>
              <a:gd name="connsiteY10" fmla="*/ 4747210 h 4756735"/>
              <a:gd name="connsiteX11" fmla="*/ 4392080 w 6857997"/>
              <a:gd name="connsiteY11" fmla="*/ 4744036 h 4756735"/>
              <a:gd name="connsiteX12" fmla="*/ 4011080 w 6857997"/>
              <a:gd name="connsiteY12" fmla="*/ 4458285 h 4756735"/>
              <a:gd name="connsiteX13" fmla="*/ 0 w 6857997"/>
              <a:gd name="connsiteY13" fmla="*/ 4458285 h 4756735"/>
              <a:gd name="connsiteX14" fmla="*/ 1 w 6857997"/>
              <a:gd name="connsiteY14" fmla="*/ 0 h 4756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857997" h="4756735">
                <a:moveTo>
                  <a:pt x="6857997" y="0"/>
                </a:moveTo>
                <a:lnTo>
                  <a:pt x="6857997" y="4458285"/>
                </a:lnTo>
                <a:lnTo>
                  <a:pt x="4861980" y="4458285"/>
                </a:lnTo>
                <a:lnTo>
                  <a:pt x="4480980" y="4744036"/>
                </a:lnTo>
                <a:lnTo>
                  <a:pt x="4472514" y="4747210"/>
                </a:lnTo>
                <a:lnTo>
                  <a:pt x="4459814" y="4751973"/>
                </a:lnTo>
                <a:lnTo>
                  <a:pt x="4447114" y="4756735"/>
                </a:lnTo>
                <a:lnTo>
                  <a:pt x="4436530" y="4756735"/>
                </a:lnTo>
                <a:lnTo>
                  <a:pt x="4423830" y="4756735"/>
                </a:lnTo>
                <a:lnTo>
                  <a:pt x="4413247" y="4751973"/>
                </a:lnTo>
                <a:lnTo>
                  <a:pt x="4400547" y="4747210"/>
                </a:lnTo>
                <a:lnTo>
                  <a:pt x="4392080" y="4744036"/>
                </a:lnTo>
                <a:lnTo>
                  <a:pt x="4011080" y="4458285"/>
                </a:lnTo>
                <a:lnTo>
                  <a:pt x="0" y="4458285"/>
                </a:lnTo>
                <a:lnTo>
                  <a:pt x="1" y="0"/>
                </a:lnTo>
                <a:close/>
              </a:path>
            </a:pathLst>
          </a:custGeom>
          <a:solidFill>
            <a:schemeClr val="accent1"/>
          </a:solidFill>
          <a:ln>
            <a:headEnd/>
            <a:tailEnd/>
          </a:ln>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698516CC-BE1D-D751-B17B-5318ED8AC214}"/>
              </a:ext>
            </a:extLst>
          </p:cNvPr>
          <p:cNvSpPr>
            <a:spLocks noGrp="1"/>
          </p:cNvSpPr>
          <p:nvPr>
            <p:ph type="title"/>
          </p:nvPr>
        </p:nvSpPr>
        <p:spPr>
          <a:xfrm>
            <a:off x="695647" y="2670451"/>
            <a:ext cx="3365439" cy="1510748"/>
          </a:xfrm>
        </p:spPr>
        <p:txBody>
          <a:bodyPr anchor="t">
            <a:normAutofit fontScale="90000"/>
          </a:bodyPr>
          <a:lstStyle/>
          <a:p>
            <a:r>
              <a:rPr lang="en-US" sz="2700" b="1" kern="100" dirty="0">
                <a:effectLst/>
                <a:latin typeface="Times New Roman" panose="02020603050405020304" pitchFamily="18" charset="0"/>
                <a:ea typeface="Times New Roman" panose="02020603050405020304" pitchFamily="18" charset="0"/>
                <a:cs typeface="Times New Roman" panose="02020603050405020304" pitchFamily="18" charset="0"/>
              </a:rPr>
              <a:t>Project Management Tools</a:t>
            </a:r>
            <a:br>
              <a:rPr lang="en-US" sz="4400" b="1" kern="100" dirty="0">
                <a:effectLst/>
                <a:latin typeface="Calibri Light" panose="020F0302020204030204" pitchFamily="34" charset="0"/>
                <a:ea typeface="Times New Roman" panose="02020603050405020304" pitchFamily="18" charset="0"/>
                <a:cs typeface="Times New Roman" panose="02020603050405020304" pitchFamily="18" charset="0"/>
              </a:rPr>
            </a:br>
            <a:endParaRPr lang="en-US" sz="4400" dirty="0"/>
          </a:p>
        </p:txBody>
      </p:sp>
      <p:graphicFrame>
        <p:nvGraphicFramePr>
          <p:cNvPr id="12" name="Content Placeholder 2">
            <a:extLst>
              <a:ext uri="{FF2B5EF4-FFF2-40B4-BE49-F238E27FC236}">
                <a16:creationId xmlns:a16="http://schemas.microsoft.com/office/drawing/2014/main" id="{57A79126-6E6C-0884-4542-CCB5C3F5EE91}"/>
              </a:ext>
            </a:extLst>
          </p:cNvPr>
          <p:cNvGraphicFramePr>
            <a:graphicFrameLocks noGrp="1"/>
          </p:cNvGraphicFramePr>
          <p:nvPr>
            <p:ph idx="1"/>
            <p:extLst>
              <p:ext uri="{D42A27DB-BD31-4B8C-83A1-F6EECF244321}">
                <p14:modId xmlns:p14="http://schemas.microsoft.com/office/powerpoint/2010/main" val="1230162712"/>
              </p:ext>
            </p:extLst>
          </p:nvPr>
        </p:nvGraphicFramePr>
        <p:xfrm>
          <a:off x="5556250" y="1262063"/>
          <a:ext cx="5816600" cy="43275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Slide Number Placeholder 2">
            <a:extLst>
              <a:ext uri="{FF2B5EF4-FFF2-40B4-BE49-F238E27FC236}">
                <a16:creationId xmlns:a16="http://schemas.microsoft.com/office/drawing/2014/main" id="{609634E7-2C73-13CD-C597-9EAA5D23E197}"/>
              </a:ext>
            </a:extLst>
          </p:cNvPr>
          <p:cNvSpPr>
            <a:spLocks noGrp="1"/>
          </p:cNvSpPr>
          <p:nvPr>
            <p:ph type="sldNum" sz="quarter" idx="12"/>
          </p:nvPr>
        </p:nvSpPr>
        <p:spPr/>
        <p:txBody>
          <a:bodyPr/>
          <a:lstStyle/>
          <a:p>
            <a:fld id="{9E97B246-A394-496D-83E9-A9CDE125FB17}" type="slidenum">
              <a:rPr lang="en-US" smtClean="0"/>
              <a:t>11</a:t>
            </a:fld>
            <a:endParaRPr lang="en-US"/>
          </a:p>
        </p:txBody>
      </p:sp>
      <p:sp>
        <p:nvSpPr>
          <p:cNvPr id="6" name="TextBox 5">
            <a:extLst>
              <a:ext uri="{FF2B5EF4-FFF2-40B4-BE49-F238E27FC236}">
                <a16:creationId xmlns:a16="http://schemas.microsoft.com/office/drawing/2014/main" id="{5A19374A-33A0-1CBB-97DC-FB7BC4C96C2F}"/>
              </a:ext>
            </a:extLst>
          </p:cNvPr>
          <p:cNvSpPr txBox="1"/>
          <p:nvPr/>
        </p:nvSpPr>
        <p:spPr>
          <a:xfrm>
            <a:off x="9413081" y="6057900"/>
            <a:ext cx="1854994" cy="400110"/>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Ramadevi</a:t>
            </a:r>
          </a:p>
        </p:txBody>
      </p:sp>
    </p:spTree>
    <p:extLst>
      <p:ext uri="{BB962C8B-B14F-4D97-AF65-F5344CB8AC3E}">
        <p14:creationId xmlns:p14="http://schemas.microsoft.com/office/powerpoint/2010/main" val="23472456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9A69AF-D57B-49B4-886C-D4A5DC1944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CABDC08D-6093-4397-92D4-54D00E2BB1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rot="16200000">
            <a:off x="-650724" y="650724"/>
            <a:ext cx="6858000" cy="5556552"/>
          </a:xfrm>
          <a:custGeom>
            <a:avLst/>
            <a:gdLst>
              <a:gd name="connsiteX0" fmla="*/ 6858000 w 6858000"/>
              <a:gd name="connsiteY0" fmla="*/ 3445704 h 5556552"/>
              <a:gd name="connsiteX1" fmla="*/ 3829242 w 6858000"/>
              <a:gd name="connsiteY1" fmla="*/ 5433322 h 5556552"/>
              <a:gd name="connsiteX2" fmla="*/ 3827369 w 6858000"/>
              <a:gd name="connsiteY2" fmla="*/ 5434867 h 5556552"/>
              <a:gd name="connsiteX3" fmla="*/ 3824583 w 6858000"/>
              <a:gd name="connsiteY3" fmla="*/ 5436378 h 5556552"/>
              <a:gd name="connsiteX4" fmla="*/ 3798693 w 6858000"/>
              <a:gd name="connsiteY4" fmla="*/ 5453370 h 5556552"/>
              <a:gd name="connsiteX5" fmla="*/ 3785011 w 6858000"/>
              <a:gd name="connsiteY5" fmla="*/ 5457858 h 5556552"/>
              <a:gd name="connsiteX6" fmla="*/ 3706339 w 6858000"/>
              <a:gd name="connsiteY6" fmla="*/ 5500559 h 5556552"/>
              <a:gd name="connsiteX7" fmla="*/ 3428998 w 6858000"/>
              <a:gd name="connsiteY7" fmla="*/ 5556552 h 5556552"/>
              <a:gd name="connsiteX8" fmla="*/ 3151658 w 6858000"/>
              <a:gd name="connsiteY8" fmla="*/ 5500559 h 5556552"/>
              <a:gd name="connsiteX9" fmla="*/ 3072996 w 6858000"/>
              <a:gd name="connsiteY9" fmla="*/ 5457863 h 5556552"/>
              <a:gd name="connsiteX10" fmla="*/ 3059298 w 6858000"/>
              <a:gd name="connsiteY10" fmla="*/ 5453370 h 5556552"/>
              <a:gd name="connsiteX11" fmla="*/ 3033383 w 6858000"/>
              <a:gd name="connsiteY11" fmla="*/ 5436362 h 5556552"/>
              <a:gd name="connsiteX12" fmla="*/ 3030627 w 6858000"/>
              <a:gd name="connsiteY12" fmla="*/ 5434867 h 5556552"/>
              <a:gd name="connsiteX13" fmla="*/ 3028775 w 6858000"/>
              <a:gd name="connsiteY13" fmla="*/ 5433338 h 5556552"/>
              <a:gd name="connsiteX14" fmla="*/ 0 w 6858000"/>
              <a:gd name="connsiteY14" fmla="*/ 3445704 h 5556552"/>
              <a:gd name="connsiteX15" fmla="*/ 6858000 w 6858000"/>
              <a:gd name="connsiteY15" fmla="*/ 0 h 5556552"/>
              <a:gd name="connsiteX16" fmla="*/ 6858000 w 6858000"/>
              <a:gd name="connsiteY16" fmla="*/ 349336 h 5556552"/>
              <a:gd name="connsiteX17" fmla="*/ 6858000 w 6858000"/>
              <a:gd name="connsiteY17" fmla="*/ 3445703 h 5556552"/>
              <a:gd name="connsiteX18" fmla="*/ 0 w 6858000"/>
              <a:gd name="connsiteY18" fmla="*/ 3445703 h 5556552"/>
              <a:gd name="connsiteX19" fmla="*/ 0 w 6858000"/>
              <a:gd name="connsiteY19" fmla="*/ 0 h 5556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858000" h="5556552">
                <a:moveTo>
                  <a:pt x="6858000" y="3445704"/>
                </a:moveTo>
                <a:lnTo>
                  <a:pt x="3829242" y="5433322"/>
                </a:lnTo>
                <a:lnTo>
                  <a:pt x="3827369" y="5434867"/>
                </a:lnTo>
                <a:lnTo>
                  <a:pt x="3824583" y="5436378"/>
                </a:lnTo>
                <a:lnTo>
                  <a:pt x="3798693" y="5453370"/>
                </a:lnTo>
                <a:lnTo>
                  <a:pt x="3785011" y="5457858"/>
                </a:lnTo>
                <a:lnTo>
                  <a:pt x="3706339" y="5500559"/>
                </a:lnTo>
                <a:cubicBezTo>
                  <a:pt x="3621096" y="5536614"/>
                  <a:pt x="3527375" y="5556552"/>
                  <a:pt x="3428998" y="5556552"/>
                </a:cubicBezTo>
                <a:cubicBezTo>
                  <a:pt x="3330621" y="5556552"/>
                  <a:pt x="3236901" y="5536614"/>
                  <a:pt x="3151658" y="5500559"/>
                </a:cubicBezTo>
                <a:lnTo>
                  <a:pt x="3072996" y="5457863"/>
                </a:lnTo>
                <a:lnTo>
                  <a:pt x="3059298" y="5453370"/>
                </a:lnTo>
                <a:lnTo>
                  <a:pt x="3033383" y="5436362"/>
                </a:lnTo>
                <a:lnTo>
                  <a:pt x="3030627" y="5434867"/>
                </a:lnTo>
                <a:lnTo>
                  <a:pt x="3028775" y="5433338"/>
                </a:lnTo>
                <a:lnTo>
                  <a:pt x="0" y="3445704"/>
                </a:lnTo>
                <a:close/>
                <a:moveTo>
                  <a:pt x="6858000" y="0"/>
                </a:moveTo>
                <a:lnTo>
                  <a:pt x="6858000" y="349336"/>
                </a:lnTo>
                <a:lnTo>
                  <a:pt x="6858000" y="3445703"/>
                </a:lnTo>
                <a:lnTo>
                  <a:pt x="0" y="3445703"/>
                </a:lnTo>
                <a:lnTo>
                  <a:pt x="0" y="0"/>
                </a:lnTo>
                <a:close/>
              </a:path>
            </a:pathLst>
          </a:custGeom>
          <a:ln>
            <a:noFill/>
          </a:ln>
          <a:effectLst/>
          <a:extLst>
            <a:ext uri="{91240B29-F687-4f45-9708-019B960494DF}">
              <a14:hiddenLine xmlns:a16="http://schemas.microsoft.com/office/drawing/2014/main" xmlns:p14="http://schemas.microsoft.com/office/powerpoint/2010/main"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4171DD97-01C1-294B-9F36-3CAEE73FCFCD}"/>
              </a:ext>
            </a:extLst>
          </p:cNvPr>
          <p:cNvSpPr>
            <a:spLocks noGrp="1"/>
          </p:cNvSpPr>
          <p:nvPr>
            <p:ph type="title"/>
          </p:nvPr>
        </p:nvSpPr>
        <p:spPr>
          <a:xfrm>
            <a:off x="451515" y="1734857"/>
            <a:ext cx="3765483" cy="3388287"/>
          </a:xfrm>
        </p:spPr>
        <p:txBody>
          <a:bodyPr anchor="ctr">
            <a:normAutofit/>
          </a:bodyPr>
          <a:lstStyle/>
          <a:p>
            <a:r>
              <a:rPr lang="en-US" sz="2400" b="1" i="0" dirty="0">
                <a:effectLst/>
                <a:latin typeface="Times New Roman" panose="02020603050405020304" pitchFamily="18" charset="0"/>
                <a:cs typeface="Times New Roman" panose="02020603050405020304" pitchFamily="18" charset="0"/>
              </a:rPr>
              <a:t>JIRA</a:t>
            </a:r>
            <a:endParaRPr lang="en-US" sz="2400" dirty="0"/>
          </a:p>
        </p:txBody>
      </p:sp>
      <p:sp>
        <p:nvSpPr>
          <p:cNvPr id="3" name="Content Placeholder 2">
            <a:extLst>
              <a:ext uri="{FF2B5EF4-FFF2-40B4-BE49-F238E27FC236}">
                <a16:creationId xmlns:a16="http://schemas.microsoft.com/office/drawing/2014/main" id="{903B112D-BBBB-B3C9-BD22-4CF04ADD49B7}"/>
              </a:ext>
            </a:extLst>
          </p:cNvPr>
          <p:cNvSpPr>
            <a:spLocks noGrp="1"/>
          </p:cNvSpPr>
          <p:nvPr>
            <p:ph idx="1"/>
          </p:nvPr>
        </p:nvSpPr>
        <p:spPr>
          <a:xfrm>
            <a:off x="6008068" y="978993"/>
            <a:ext cx="5365218" cy="4900014"/>
          </a:xfrm>
          <a:effectLst/>
        </p:spPr>
        <p:txBody>
          <a:bodyPr>
            <a:normAutofit/>
          </a:bodyPr>
          <a:lstStyle/>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History of JIRA</a:t>
            </a:r>
          </a:p>
          <a:p>
            <a:pPr>
              <a:buFont typeface="Wingdings" panose="05000000000000000000" pitchFamily="2" charset="2"/>
              <a:buChar char="Ø"/>
            </a:pPr>
            <a:r>
              <a:rPr lang="en-US" sz="2000" kern="100" dirty="0">
                <a:latin typeface="Times New Roman" panose="02020603050405020304" pitchFamily="18" charset="0"/>
                <a:ea typeface="Calibri" panose="020F0502020204030204" pitchFamily="34" charset="0"/>
                <a:cs typeface="Times New Roman" panose="02020603050405020304" pitchFamily="18" charset="0"/>
              </a:rPr>
              <a:t>F</a:t>
            </a:r>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eatures of JIRA</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JIRA Test Management</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JIRA Workflow</a:t>
            </a:r>
          </a:p>
          <a:p>
            <a:pPr>
              <a:buFont typeface="Wingdings" panose="05000000000000000000" pitchFamily="2" charset="2"/>
              <a:buChar char="Ø"/>
            </a:pPr>
            <a:r>
              <a:rPr lang="en-US" sz="2000" i="0" dirty="0">
                <a:effectLst/>
                <a:latin typeface="Times New Roman" panose="02020603050405020304" pitchFamily="18" charset="0"/>
                <a:cs typeface="Times New Roman" panose="02020603050405020304" pitchFamily="18" charset="0"/>
              </a:rPr>
              <a:t>Dash Boards in JIRA</a:t>
            </a:r>
          </a:p>
          <a:p>
            <a:pPr>
              <a:buFont typeface="Wingdings" panose="05000000000000000000" pitchFamily="2" charset="2"/>
              <a:buChar char="Ø"/>
            </a:pPr>
            <a:r>
              <a:rPr lang="en-US" sz="2000" i="0" dirty="0">
                <a:effectLst/>
                <a:latin typeface="Times New Roman" panose="02020603050405020304" pitchFamily="18" charset="0"/>
                <a:cs typeface="Times New Roman" panose="02020603050405020304" pitchFamily="18" charset="0"/>
              </a:rPr>
              <a:t>Integration with Other Tools</a:t>
            </a:r>
          </a:p>
        </p:txBody>
      </p:sp>
      <p:sp>
        <p:nvSpPr>
          <p:cNvPr id="4" name="Slide Number Placeholder 3">
            <a:extLst>
              <a:ext uri="{FF2B5EF4-FFF2-40B4-BE49-F238E27FC236}">
                <a16:creationId xmlns:a16="http://schemas.microsoft.com/office/drawing/2014/main" id="{22EE205B-0B84-7730-C5EA-3FEF478AC49D}"/>
              </a:ext>
            </a:extLst>
          </p:cNvPr>
          <p:cNvSpPr>
            <a:spLocks noGrp="1"/>
          </p:cNvSpPr>
          <p:nvPr>
            <p:ph type="sldNum" sz="quarter" idx="12"/>
          </p:nvPr>
        </p:nvSpPr>
        <p:spPr/>
        <p:txBody>
          <a:bodyPr/>
          <a:lstStyle/>
          <a:p>
            <a:fld id="{9E97B246-A394-496D-83E9-A9CDE125FB17}" type="slidenum">
              <a:rPr lang="en-US" smtClean="0"/>
              <a:t>12</a:t>
            </a:fld>
            <a:endParaRPr lang="en-US"/>
          </a:p>
        </p:txBody>
      </p:sp>
      <p:sp>
        <p:nvSpPr>
          <p:cNvPr id="7" name="TextBox 6">
            <a:extLst>
              <a:ext uri="{FF2B5EF4-FFF2-40B4-BE49-F238E27FC236}">
                <a16:creationId xmlns:a16="http://schemas.microsoft.com/office/drawing/2014/main" id="{1EFB8A19-95A9-E44C-F0B5-C957984881EF}"/>
              </a:ext>
            </a:extLst>
          </p:cNvPr>
          <p:cNvSpPr txBox="1"/>
          <p:nvPr/>
        </p:nvSpPr>
        <p:spPr>
          <a:xfrm>
            <a:off x="8886825" y="6016765"/>
            <a:ext cx="1619251" cy="400110"/>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Adi Lakshmi</a:t>
            </a:r>
          </a:p>
        </p:txBody>
      </p:sp>
    </p:spTree>
    <p:extLst>
      <p:ext uri="{BB962C8B-B14F-4D97-AF65-F5344CB8AC3E}">
        <p14:creationId xmlns:p14="http://schemas.microsoft.com/office/powerpoint/2010/main" val="23878619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9A69AF-D57B-49B4-886C-D4A5DC1944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CABDC08D-6093-4397-92D4-54D00E2BB1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rot="16200000">
            <a:off x="-650724" y="650724"/>
            <a:ext cx="6858000" cy="5556552"/>
          </a:xfrm>
          <a:custGeom>
            <a:avLst/>
            <a:gdLst>
              <a:gd name="connsiteX0" fmla="*/ 6858000 w 6858000"/>
              <a:gd name="connsiteY0" fmla="*/ 3445704 h 5556552"/>
              <a:gd name="connsiteX1" fmla="*/ 3829242 w 6858000"/>
              <a:gd name="connsiteY1" fmla="*/ 5433322 h 5556552"/>
              <a:gd name="connsiteX2" fmla="*/ 3827369 w 6858000"/>
              <a:gd name="connsiteY2" fmla="*/ 5434867 h 5556552"/>
              <a:gd name="connsiteX3" fmla="*/ 3824583 w 6858000"/>
              <a:gd name="connsiteY3" fmla="*/ 5436378 h 5556552"/>
              <a:gd name="connsiteX4" fmla="*/ 3798693 w 6858000"/>
              <a:gd name="connsiteY4" fmla="*/ 5453370 h 5556552"/>
              <a:gd name="connsiteX5" fmla="*/ 3785011 w 6858000"/>
              <a:gd name="connsiteY5" fmla="*/ 5457858 h 5556552"/>
              <a:gd name="connsiteX6" fmla="*/ 3706339 w 6858000"/>
              <a:gd name="connsiteY6" fmla="*/ 5500559 h 5556552"/>
              <a:gd name="connsiteX7" fmla="*/ 3428998 w 6858000"/>
              <a:gd name="connsiteY7" fmla="*/ 5556552 h 5556552"/>
              <a:gd name="connsiteX8" fmla="*/ 3151658 w 6858000"/>
              <a:gd name="connsiteY8" fmla="*/ 5500559 h 5556552"/>
              <a:gd name="connsiteX9" fmla="*/ 3072996 w 6858000"/>
              <a:gd name="connsiteY9" fmla="*/ 5457863 h 5556552"/>
              <a:gd name="connsiteX10" fmla="*/ 3059298 w 6858000"/>
              <a:gd name="connsiteY10" fmla="*/ 5453370 h 5556552"/>
              <a:gd name="connsiteX11" fmla="*/ 3033383 w 6858000"/>
              <a:gd name="connsiteY11" fmla="*/ 5436362 h 5556552"/>
              <a:gd name="connsiteX12" fmla="*/ 3030627 w 6858000"/>
              <a:gd name="connsiteY12" fmla="*/ 5434867 h 5556552"/>
              <a:gd name="connsiteX13" fmla="*/ 3028775 w 6858000"/>
              <a:gd name="connsiteY13" fmla="*/ 5433338 h 5556552"/>
              <a:gd name="connsiteX14" fmla="*/ 0 w 6858000"/>
              <a:gd name="connsiteY14" fmla="*/ 3445704 h 5556552"/>
              <a:gd name="connsiteX15" fmla="*/ 6858000 w 6858000"/>
              <a:gd name="connsiteY15" fmla="*/ 0 h 5556552"/>
              <a:gd name="connsiteX16" fmla="*/ 6858000 w 6858000"/>
              <a:gd name="connsiteY16" fmla="*/ 349336 h 5556552"/>
              <a:gd name="connsiteX17" fmla="*/ 6858000 w 6858000"/>
              <a:gd name="connsiteY17" fmla="*/ 3445703 h 5556552"/>
              <a:gd name="connsiteX18" fmla="*/ 0 w 6858000"/>
              <a:gd name="connsiteY18" fmla="*/ 3445703 h 5556552"/>
              <a:gd name="connsiteX19" fmla="*/ 0 w 6858000"/>
              <a:gd name="connsiteY19" fmla="*/ 0 h 5556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858000" h="5556552">
                <a:moveTo>
                  <a:pt x="6858000" y="3445704"/>
                </a:moveTo>
                <a:lnTo>
                  <a:pt x="3829242" y="5433322"/>
                </a:lnTo>
                <a:lnTo>
                  <a:pt x="3827369" y="5434867"/>
                </a:lnTo>
                <a:lnTo>
                  <a:pt x="3824583" y="5436378"/>
                </a:lnTo>
                <a:lnTo>
                  <a:pt x="3798693" y="5453370"/>
                </a:lnTo>
                <a:lnTo>
                  <a:pt x="3785011" y="5457858"/>
                </a:lnTo>
                <a:lnTo>
                  <a:pt x="3706339" y="5500559"/>
                </a:lnTo>
                <a:cubicBezTo>
                  <a:pt x="3621096" y="5536614"/>
                  <a:pt x="3527375" y="5556552"/>
                  <a:pt x="3428998" y="5556552"/>
                </a:cubicBezTo>
                <a:cubicBezTo>
                  <a:pt x="3330621" y="5556552"/>
                  <a:pt x="3236901" y="5536614"/>
                  <a:pt x="3151658" y="5500559"/>
                </a:cubicBezTo>
                <a:lnTo>
                  <a:pt x="3072996" y="5457863"/>
                </a:lnTo>
                <a:lnTo>
                  <a:pt x="3059298" y="5453370"/>
                </a:lnTo>
                <a:lnTo>
                  <a:pt x="3033383" y="5436362"/>
                </a:lnTo>
                <a:lnTo>
                  <a:pt x="3030627" y="5434867"/>
                </a:lnTo>
                <a:lnTo>
                  <a:pt x="3028775" y="5433338"/>
                </a:lnTo>
                <a:lnTo>
                  <a:pt x="0" y="3445704"/>
                </a:lnTo>
                <a:close/>
                <a:moveTo>
                  <a:pt x="6858000" y="0"/>
                </a:moveTo>
                <a:lnTo>
                  <a:pt x="6858000" y="349336"/>
                </a:lnTo>
                <a:lnTo>
                  <a:pt x="6858000" y="3445703"/>
                </a:lnTo>
                <a:lnTo>
                  <a:pt x="0" y="3445703"/>
                </a:lnTo>
                <a:lnTo>
                  <a:pt x="0" y="0"/>
                </a:lnTo>
                <a:close/>
              </a:path>
            </a:pathLst>
          </a:custGeom>
          <a:ln>
            <a:noFill/>
          </a:ln>
          <a:effectLst/>
          <a:extLst>
            <a:ext uri="{91240B29-F687-4f45-9708-019B960494DF}">
              <a14:hiddenLine xmlns="" xmlns:a14="http://schemas.microsoft.com/office/drawing/2010/main" xmlns:p14="http://schemas.microsoft.com/office/powerpoint/2010/main" xmlns:a16="http://schemas.microsoft.com/office/drawing/2014/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49024133-1CAB-0CC6-1917-7C2F063DC7A9}"/>
              </a:ext>
            </a:extLst>
          </p:cNvPr>
          <p:cNvSpPr>
            <a:spLocks noGrp="1"/>
          </p:cNvSpPr>
          <p:nvPr>
            <p:ph type="title"/>
          </p:nvPr>
        </p:nvSpPr>
        <p:spPr>
          <a:xfrm>
            <a:off x="451515" y="1734857"/>
            <a:ext cx="3765483" cy="3388287"/>
          </a:xfrm>
        </p:spPr>
        <p:txBody>
          <a:bodyPr anchor="ctr">
            <a:normAutofit/>
          </a:bodyPr>
          <a:lstStyle/>
          <a:p>
            <a:r>
              <a:rPr lang="en-US" sz="2400" b="1" i="0" dirty="0">
                <a:effectLst/>
                <a:latin typeface="Times New Roman" panose="02020603050405020304" pitchFamily="18" charset="0"/>
                <a:cs typeface="Times New Roman" panose="02020603050405020304" pitchFamily="18" charset="0"/>
              </a:rPr>
              <a:t>              JIRA</a:t>
            </a:r>
          </a:p>
        </p:txBody>
      </p:sp>
      <p:sp>
        <p:nvSpPr>
          <p:cNvPr id="3" name="Content Placeholder 2">
            <a:extLst>
              <a:ext uri="{FF2B5EF4-FFF2-40B4-BE49-F238E27FC236}">
                <a16:creationId xmlns:a16="http://schemas.microsoft.com/office/drawing/2014/main" id="{A00509E4-022A-38B2-4F0D-1C2AE748CD14}"/>
              </a:ext>
            </a:extLst>
          </p:cNvPr>
          <p:cNvSpPr>
            <a:spLocks noGrp="1"/>
          </p:cNvSpPr>
          <p:nvPr>
            <p:ph idx="1"/>
          </p:nvPr>
        </p:nvSpPr>
        <p:spPr>
          <a:xfrm>
            <a:off x="6008068" y="978993"/>
            <a:ext cx="5365218" cy="4900014"/>
          </a:xfrm>
          <a:effectLst/>
        </p:spPr>
        <p:txBody>
          <a:bodyPr>
            <a:normAutofit/>
          </a:bodyPr>
          <a:lstStyle/>
          <a:p>
            <a:pPr marL="0" indent="0">
              <a:lnSpc>
                <a:spcPct val="150000"/>
              </a:lnSpc>
              <a:buNone/>
            </a:pPr>
            <a:r>
              <a:rPr lang="en-US" sz="2000" dirty="0">
                <a:latin typeface="Times New Roman" panose="02020603050405020304" pitchFamily="18" charset="0"/>
                <a:cs typeface="Times New Roman" panose="02020603050405020304" pitchFamily="18" charset="0"/>
              </a:rPr>
              <a:t>JIRA is a project management tool that helps teams to plan, track, and manage their work effectively. It was developed by Atlassian and is widely used in software development companies.</a:t>
            </a:r>
          </a:p>
        </p:txBody>
      </p:sp>
      <p:sp>
        <p:nvSpPr>
          <p:cNvPr id="4" name="Slide Number Placeholder 3">
            <a:extLst>
              <a:ext uri="{FF2B5EF4-FFF2-40B4-BE49-F238E27FC236}">
                <a16:creationId xmlns:a16="http://schemas.microsoft.com/office/drawing/2014/main" id="{7F9787E2-C80B-8062-EE39-43F6EBA4FCA6}"/>
              </a:ext>
            </a:extLst>
          </p:cNvPr>
          <p:cNvSpPr>
            <a:spLocks noGrp="1"/>
          </p:cNvSpPr>
          <p:nvPr>
            <p:ph type="sldNum" sz="quarter" idx="12"/>
          </p:nvPr>
        </p:nvSpPr>
        <p:spPr/>
        <p:txBody>
          <a:bodyPr/>
          <a:lstStyle/>
          <a:p>
            <a:fld id="{9E97B246-A394-496D-83E9-A9CDE125FB17}" type="slidenum">
              <a:rPr lang="en-US" smtClean="0"/>
              <a:t>13</a:t>
            </a:fld>
            <a:endParaRPr lang="en-US"/>
          </a:p>
        </p:txBody>
      </p:sp>
      <p:sp>
        <p:nvSpPr>
          <p:cNvPr id="7" name="TextBox 6">
            <a:extLst>
              <a:ext uri="{FF2B5EF4-FFF2-40B4-BE49-F238E27FC236}">
                <a16:creationId xmlns:a16="http://schemas.microsoft.com/office/drawing/2014/main" id="{7C0BE3CD-150A-AE30-0E4A-BFD754155BAB}"/>
              </a:ext>
            </a:extLst>
          </p:cNvPr>
          <p:cNvSpPr txBox="1"/>
          <p:nvPr/>
        </p:nvSpPr>
        <p:spPr>
          <a:xfrm>
            <a:off x="8159027" y="6096000"/>
            <a:ext cx="1889848" cy="400110"/>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Adi Lakshmi</a:t>
            </a:r>
          </a:p>
        </p:txBody>
      </p:sp>
    </p:spTree>
    <p:extLst>
      <p:ext uri="{BB962C8B-B14F-4D97-AF65-F5344CB8AC3E}">
        <p14:creationId xmlns:p14="http://schemas.microsoft.com/office/powerpoint/2010/main" val="2828993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2B82547-2424-4E7A-A98B-75206EE730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23">
            <a:extLst>
              <a:ext uri="{FF2B5EF4-FFF2-40B4-BE49-F238E27FC236}">
                <a16:creationId xmlns:a16="http://schemas.microsoft.com/office/drawing/2014/main" id="{5109BC2F-9616-4D7D-9E98-57898009A8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4637005" cy="6858000"/>
          </a:xfrm>
          <a:custGeom>
            <a:avLst/>
            <a:gdLst>
              <a:gd name="connsiteX0" fmla="*/ 0 w 4637005"/>
              <a:gd name="connsiteY0" fmla="*/ 0 h 6858000"/>
              <a:gd name="connsiteX1" fmla="*/ 4637005 w 4637005"/>
              <a:gd name="connsiteY1" fmla="*/ 0 h 6858000"/>
              <a:gd name="connsiteX2" fmla="*/ 4637005 w 4637005"/>
              <a:gd name="connsiteY2" fmla="*/ 1900238 h 6858000"/>
              <a:gd name="connsiteX3" fmla="*/ 4266589 w 4637005"/>
              <a:gd name="connsiteY3" fmla="*/ 2178050 h 6858000"/>
              <a:gd name="connsiteX4" fmla="*/ 4262355 w 4637005"/>
              <a:gd name="connsiteY4" fmla="*/ 2184400 h 6858000"/>
              <a:gd name="connsiteX5" fmla="*/ 4256005 w 4637005"/>
              <a:gd name="connsiteY5" fmla="*/ 2193925 h 6858000"/>
              <a:gd name="connsiteX6" fmla="*/ 4249655 w 4637005"/>
              <a:gd name="connsiteY6" fmla="*/ 2201863 h 6858000"/>
              <a:gd name="connsiteX7" fmla="*/ 4249655 w 4637005"/>
              <a:gd name="connsiteY7" fmla="*/ 2211388 h 6858000"/>
              <a:gd name="connsiteX8" fmla="*/ 4249655 w 4637005"/>
              <a:gd name="connsiteY8" fmla="*/ 2220913 h 6858000"/>
              <a:gd name="connsiteX9" fmla="*/ 4256005 w 4637005"/>
              <a:gd name="connsiteY9" fmla="*/ 2228850 h 6858000"/>
              <a:gd name="connsiteX10" fmla="*/ 4262355 w 4637005"/>
              <a:gd name="connsiteY10" fmla="*/ 2238375 h 6858000"/>
              <a:gd name="connsiteX11" fmla="*/ 4266589 w 4637005"/>
              <a:gd name="connsiteY11" fmla="*/ 2244725 h 6858000"/>
              <a:gd name="connsiteX12" fmla="*/ 4637005 w 4637005"/>
              <a:gd name="connsiteY12" fmla="*/ 2522538 h 6858000"/>
              <a:gd name="connsiteX13" fmla="*/ 4637005 w 4637005"/>
              <a:gd name="connsiteY13" fmla="*/ 6858000 h 6858000"/>
              <a:gd name="connsiteX14" fmla="*/ 0 w 4637005"/>
              <a:gd name="connsiteY1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637005" h="6858000">
                <a:moveTo>
                  <a:pt x="0" y="0"/>
                </a:moveTo>
                <a:lnTo>
                  <a:pt x="4637005" y="0"/>
                </a:lnTo>
                <a:lnTo>
                  <a:pt x="4637005" y="1900238"/>
                </a:lnTo>
                <a:lnTo>
                  <a:pt x="4266589" y="2178050"/>
                </a:lnTo>
                <a:lnTo>
                  <a:pt x="4262355" y="2184400"/>
                </a:lnTo>
                <a:lnTo>
                  <a:pt x="4256005" y="2193925"/>
                </a:lnTo>
                <a:lnTo>
                  <a:pt x="4249655" y="2201863"/>
                </a:lnTo>
                <a:lnTo>
                  <a:pt x="4249655" y="2211388"/>
                </a:lnTo>
                <a:lnTo>
                  <a:pt x="4249655" y="2220913"/>
                </a:lnTo>
                <a:lnTo>
                  <a:pt x="4256005" y="2228850"/>
                </a:lnTo>
                <a:lnTo>
                  <a:pt x="4262355" y="2238375"/>
                </a:lnTo>
                <a:lnTo>
                  <a:pt x="4266589" y="2244725"/>
                </a:lnTo>
                <a:lnTo>
                  <a:pt x="4637005" y="2522538"/>
                </a:lnTo>
                <a:lnTo>
                  <a:pt x="4637005" y="6858000"/>
                </a:lnTo>
                <a:lnTo>
                  <a:pt x="0" y="6858000"/>
                </a:lnTo>
                <a:close/>
              </a:path>
            </a:pathLst>
          </a:custGeom>
          <a:blipFill>
            <a:blip r:embed="rId2">
              <a:duotone>
                <a:schemeClr val="accent1">
                  <a:tint val="98000"/>
                  <a:lumMod val="102000"/>
                </a:schemeClr>
                <a:schemeClr val="accent1">
                  <a:shade val="98000"/>
                  <a:lumMod val="98000"/>
                </a:schemeClr>
              </a:duotone>
            </a:blip>
            <a:tile tx="0" ty="0" sx="100000" sy="100000" flip="none" algn="tl"/>
          </a:blipFill>
          <a:ln>
            <a:headEnd/>
            <a:tailEnd/>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08A8284-17E8-4E6C-9687-6F182A68CE61}"/>
              </a:ext>
            </a:extLst>
          </p:cNvPr>
          <p:cNvSpPr>
            <a:spLocks noGrp="1"/>
          </p:cNvSpPr>
          <p:nvPr>
            <p:ph type="title"/>
          </p:nvPr>
        </p:nvSpPr>
        <p:spPr>
          <a:xfrm>
            <a:off x="683770" y="3278868"/>
            <a:ext cx="3269463" cy="732064"/>
          </a:xfrm>
        </p:spPr>
        <p:txBody>
          <a:bodyPr anchor="t">
            <a:normAutofit/>
          </a:bodyPr>
          <a:lstStyle/>
          <a:p>
            <a:pPr algn="ctr"/>
            <a:r>
              <a:rPr lang="en-US" sz="2400" dirty="0">
                <a:latin typeface="Times New Roman" panose="02020603050405020304" pitchFamily="18" charset="0"/>
                <a:cs typeface="Times New Roman" panose="02020603050405020304" pitchFamily="18" charset="0"/>
              </a:rPr>
              <a:t>History of JIRA</a:t>
            </a:r>
          </a:p>
        </p:txBody>
      </p:sp>
      <p:graphicFrame>
        <p:nvGraphicFramePr>
          <p:cNvPr id="5" name="Content Placeholder 2">
            <a:extLst>
              <a:ext uri="{FF2B5EF4-FFF2-40B4-BE49-F238E27FC236}">
                <a16:creationId xmlns:a16="http://schemas.microsoft.com/office/drawing/2014/main" id="{2A5340C7-30B6-7CD8-F135-568FE15E3E3D}"/>
              </a:ext>
            </a:extLst>
          </p:cNvPr>
          <p:cNvGraphicFramePr>
            <a:graphicFrameLocks noGrp="1"/>
          </p:cNvGraphicFramePr>
          <p:nvPr>
            <p:ph idx="1"/>
            <p:extLst>
              <p:ext uri="{D42A27DB-BD31-4B8C-83A1-F6EECF244321}">
                <p14:modId xmlns:p14="http://schemas.microsoft.com/office/powerpoint/2010/main" val="2230465098"/>
              </p:ext>
            </p:extLst>
          </p:nvPr>
        </p:nvGraphicFramePr>
        <p:xfrm>
          <a:off x="5508820" y="752475"/>
          <a:ext cx="5728344" cy="55721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Slide Number Placeholder 2">
            <a:extLst>
              <a:ext uri="{FF2B5EF4-FFF2-40B4-BE49-F238E27FC236}">
                <a16:creationId xmlns:a16="http://schemas.microsoft.com/office/drawing/2014/main" id="{385638BE-774F-66C0-AE5A-CF05BC4964EA}"/>
              </a:ext>
            </a:extLst>
          </p:cNvPr>
          <p:cNvSpPr>
            <a:spLocks noGrp="1"/>
          </p:cNvSpPr>
          <p:nvPr>
            <p:ph type="sldNum" sz="quarter" idx="12"/>
          </p:nvPr>
        </p:nvSpPr>
        <p:spPr/>
        <p:txBody>
          <a:bodyPr/>
          <a:lstStyle/>
          <a:p>
            <a:fld id="{9E97B246-A394-496D-83E9-A9CDE125FB17}" type="slidenum">
              <a:rPr lang="en-US" smtClean="0"/>
              <a:t>14</a:t>
            </a:fld>
            <a:endParaRPr lang="en-US"/>
          </a:p>
        </p:txBody>
      </p:sp>
      <p:sp>
        <p:nvSpPr>
          <p:cNvPr id="7" name="TextBox 6">
            <a:extLst>
              <a:ext uri="{FF2B5EF4-FFF2-40B4-BE49-F238E27FC236}">
                <a16:creationId xmlns:a16="http://schemas.microsoft.com/office/drawing/2014/main" id="{90D4362B-F3AF-1E65-EEE6-9DF43BE95A8B}"/>
              </a:ext>
            </a:extLst>
          </p:cNvPr>
          <p:cNvSpPr txBox="1"/>
          <p:nvPr/>
        </p:nvSpPr>
        <p:spPr>
          <a:xfrm>
            <a:off x="9111901" y="6219825"/>
            <a:ext cx="1566430" cy="400110"/>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Adi Lakshmi</a:t>
            </a:r>
          </a:p>
        </p:txBody>
      </p:sp>
    </p:spTree>
    <p:extLst>
      <p:ext uri="{BB962C8B-B14F-4D97-AF65-F5344CB8AC3E}">
        <p14:creationId xmlns:p14="http://schemas.microsoft.com/office/powerpoint/2010/main" val="20530604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D0D45553-91A4-480A-9577-0E0FC0D919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3" y="0"/>
            <a:ext cx="12187427"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23">
            <a:extLst>
              <a:ext uri="{FF2B5EF4-FFF2-40B4-BE49-F238E27FC236}">
                <a16:creationId xmlns:a16="http://schemas.microsoft.com/office/drawing/2014/main" id="{D240F8A8-FEA1-42C2-B259-27A9351279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4637005" cy="6858000"/>
          </a:xfrm>
          <a:custGeom>
            <a:avLst/>
            <a:gdLst>
              <a:gd name="connsiteX0" fmla="*/ 0 w 4637005"/>
              <a:gd name="connsiteY0" fmla="*/ 0 h 6858000"/>
              <a:gd name="connsiteX1" fmla="*/ 4637005 w 4637005"/>
              <a:gd name="connsiteY1" fmla="*/ 0 h 6858000"/>
              <a:gd name="connsiteX2" fmla="*/ 4637005 w 4637005"/>
              <a:gd name="connsiteY2" fmla="*/ 1900238 h 6858000"/>
              <a:gd name="connsiteX3" fmla="*/ 4266589 w 4637005"/>
              <a:gd name="connsiteY3" fmla="*/ 2178050 h 6858000"/>
              <a:gd name="connsiteX4" fmla="*/ 4262355 w 4637005"/>
              <a:gd name="connsiteY4" fmla="*/ 2184400 h 6858000"/>
              <a:gd name="connsiteX5" fmla="*/ 4256005 w 4637005"/>
              <a:gd name="connsiteY5" fmla="*/ 2193925 h 6858000"/>
              <a:gd name="connsiteX6" fmla="*/ 4249655 w 4637005"/>
              <a:gd name="connsiteY6" fmla="*/ 2201863 h 6858000"/>
              <a:gd name="connsiteX7" fmla="*/ 4249655 w 4637005"/>
              <a:gd name="connsiteY7" fmla="*/ 2211388 h 6858000"/>
              <a:gd name="connsiteX8" fmla="*/ 4249655 w 4637005"/>
              <a:gd name="connsiteY8" fmla="*/ 2220913 h 6858000"/>
              <a:gd name="connsiteX9" fmla="*/ 4256005 w 4637005"/>
              <a:gd name="connsiteY9" fmla="*/ 2228850 h 6858000"/>
              <a:gd name="connsiteX10" fmla="*/ 4262355 w 4637005"/>
              <a:gd name="connsiteY10" fmla="*/ 2238375 h 6858000"/>
              <a:gd name="connsiteX11" fmla="*/ 4266589 w 4637005"/>
              <a:gd name="connsiteY11" fmla="*/ 2244725 h 6858000"/>
              <a:gd name="connsiteX12" fmla="*/ 4637005 w 4637005"/>
              <a:gd name="connsiteY12" fmla="*/ 2522538 h 6858000"/>
              <a:gd name="connsiteX13" fmla="*/ 4637005 w 4637005"/>
              <a:gd name="connsiteY13" fmla="*/ 6858000 h 6858000"/>
              <a:gd name="connsiteX14" fmla="*/ 0 w 4637005"/>
              <a:gd name="connsiteY1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637005" h="6858000">
                <a:moveTo>
                  <a:pt x="0" y="0"/>
                </a:moveTo>
                <a:lnTo>
                  <a:pt x="4637005" y="0"/>
                </a:lnTo>
                <a:lnTo>
                  <a:pt x="4637005" y="1900238"/>
                </a:lnTo>
                <a:lnTo>
                  <a:pt x="4266589" y="2178050"/>
                </a:lnTo>
                <a:lnTo>
                  <a:pt x="4262355" y="2184400"/>
                </a:lnTo>
                <a:lnTo>
                  <a:pt x="4256005" y="2193925"/>
                </a:lnTo>
                <a:lnTo>
                  <a:pt x="4249655" y="2201863"/>
                </a:lnTo>
                <a:lnTo>
                  <a:pt x="4249655" y="2211388"/>
                </a:lnTo>
                <a:lnTo>
                  <a:pt x="4249655" y="2220913"/>
                </a:lnTo>
                <a:lnTo>
                  <a:pt x="4256005" y="2228850"/>
                </a:lnTo>
                <a:lnTo>
                  <a:pt x="4262355" y="2238375"/>
                </a:lnTo>
                <a:lnTo>
                  <a:pt x="4266589" y="2244725"/>
                </a:lnTo>
                <a:lnTo>
                  <a:pt x="4637005" y="2522538"/>
                </a:lnTo>
                <a:lnTo>
                  <a:pt x="4637005" y="6858000"/>
                </a:lnTo>
                <a:lnTo>
                  <a:pt x="0" y="6858000"/>
                </a:lnTo>
                <a:close/>
              </a:path>
            </a:pathLst>
          </a:custGeom>
          <a:blipFill>
            <a:blip r:embed="rId2">
              <a:duotone>
                <a:schemeClr val="accent1">
                  <a:tint val="98000"/>
                  <a:lumMod val="102000"/>
                </a:schemeClr>
                <a:schemeClr val="accent1">
                  <a:shade val="98000"/>
                  <a:lumMod val="98000"/>
                </a:schemeClr>
              </a:duotone>
            </a:blip>
            <a:tile tx="0" ty="0" sx="100000" sy="100000" flip="none" algn="tl"/>
          </a:blipFill>
          <a:ln>
            <a:headEnd/>
            <a:tailEnd/>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74D58D65-0238-AB45-9E74-D35445618998}"/>
              </a:ext>
            </a:extLst>
          </p:cNvPr>
          <p:cNvSpPr>
            <a:spLocks noGrp="1"/>
          </p:cNvSpPr>
          <p:nvPr>
            <p:ph type="title"/>
          </p:nvPr>
        </p:nvSpPr>
        <p:spPr>
          <a:xfrm>
            <a:off x="559276" y="1951264"/>
            <a:ext cx="3518452" cy="1011011"/>
          </a:xfrm>
        </p:spPr>
        <p:txBody>
          <a:bodyPr anchor="t">
            <a:normAutofit/>
          </a:bodyPr>
          <a:lstStyle/>
          <a:p>
            <a:r>
              <a:rPr lang="en-US" sz="2400" b="1" kern="100" dirty="0">
                <a:latin typeface="Times New Roman" panose="02020603050405020304" pitchFamily="18" charset="0"/>
                <a:ea typeface="Calibri" panose="020F0502020204030204" pitchFamily="34" charset="0"/>
                <a:cs typeface="Times New Roman" panose="02020603050405020304" pitchFamily="18" charset="0"/>
              </a:rPr>
              <a:t>F</a:t>
            </a:r>
            <a:r>
              <a:rPr lang="en-US" sz="2400" b="1" kern="100" dirty="0">
                <a:effectLst/>
                <a:latin typeface="Times New Roman" panose="02020603050405020304" pitchFamily="18" charset="0"/>
                <a:ea typeface="Calibri" panose="020F0502020204030204" pitchFamily="34" charset="0"/>
                <a:cs typeface="Times New Roman" panose="02020603050405020304" pitchFamily="18" charset="0"/>
              </a:rPr>
              <a:t>eatures of JIRA</a:t>
            </a:r>
            <a:endParaRPr lang="en-US" sz="2400" dirty="0"/>
          </a:p>
        </p:txBody>
      </p:sp>
      <p:graphicFrame>
        <p:nvGraphicFramePr>
          <p:cNvPr id="5" name="Content Placeholder 2">
            <a:extLst>
              <a:ext uri="{FF2B5EF4-FFF2-40B4-BE49-F238E27FC236}">
                <a16:creationId xmlns:a16="http://schemas.microsoft.com/office/drawing/2014/main" id="{97A34C34-B55E-33AB-083B-7863D8F77B82}"/>
              </a:ext>
            </a:extLst>
          </p:cNvPr>
          <p:cNvGraphicFramePr>
            <a:graphicFrameLocks noGrp="1"/>
          </p:cNvGraphicFramePr>
          <p:nvPr>
            <p:ph idx="1"/>
            <p:extLst>
              <p:ext uri="{D42A27DB-BD31-4B8C-83A1-F6EECF244321}">
                <p14:modId xmlns:p14="http://schemas.microsoft.com/office/powerpoint/2010/main" val="1877600559"/>
              </p:ext>
            </p:extLst>
          </p:nvPr>
        </p:nvGraphicFramePr>
        <p:xfrm>
          <a:off x="5466523" y="1172818"/>
          <a:ext cx="5906328" cy="468664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Slide Number Placeholder 2">
            <a:extLst>
              <a:ext uri="{FF2B5EF4-FFF2-40B4-BE49-F238E27FC236}">
                <a16:creationId xmlns:a16="http://schemas.microsoft.com/office/drawing/2014/main" id="{C723C8BE-B701-6B94-AF00-CCD009AA707D}"/>
              </a:ext>
            </a:extLst>
          </p:cNvPr>
          <p:cNvSpPr>
            <a:spLocks noGrp="1"/>
          </p:cNvSpPr>
          <p:nvPr>
            <p:ph type="sldNum" sz="quarter" idx="12"/>
          </p:nvPr>
        </p:nvSpPr>
        <p:spPr/>
        <p:txBody>
          <a:bodyPr/>
          <a:lstStyle/>
          <a:p>
            <a:fld id="{9E97B246-A394-496D-83E9-A9CDE125FB17}" type="slidenum">
              <a:rPr lang="en-US" smtClean="0"/>
              <a:t>15</a:t>
            </a:fld>
            <a:endParaRPr lang="en-US"/>
          </a:p>
        </p:txBody>
      </p:sp>
      <p:sp>
        <p:nvSpPr>
          <p:cNvPr id="7" name="TextBox 6">
            <a:extLst>
              <a:ext uri="{FF2B5EF4-FFF2-40B4-BE49-F238E27FC236}">
                <a16:creationId xmlns:a16="http://schemas.microsoft.com/office/drawing/2014/main" id="{5D0211BB-180F-2AE4-282B-8E8BEC17D66A}"/>
              </a:ext>
            </a:extLst>
          </p:cNvPr>
          <p:cNvSpPr txBox="1"/>
          <p:nvPr/>
        </p:nvSpPr>
        <p:spPr>
          <a:xfrm>
            <a:off x="9146192" y="6057899"/>
            <a:ext cx="2055208" cy="400110"/>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Adi Lakshmi</a:t>
            </a:r>
          </a:p>
        </p:txBody>
      </p:sp>
    </p:spTree>
    <p:extLst>
      <p:ext uri="{BB962C8B-B14F-4D97-AF65-F5344CB8AC3E}">
        <p14:creationId xmlns:p14="http://schemas.microsoft.com/office/powerpoint/2010/main" val="2307016381"/>
      </p:ext>
    </p:extLst>
  </p:cSld>
  <p:clrMapOvr>
    <a:overrideClrMapping bg1="lt1" tx1="dk1" bg2="lt2" tx2="dk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0" name="Freeform 6">
            <a:extLst>
              <a:ext uri="{FF2B5EF4-FFF2-40B4-BE49-F238E27FC236}">
                <a16:creationId xmlns:a16="http://schemas.microsoft.com/office/drawing/2014/main" id="{133F8CB7-795C-4272-9073-64D8CF97F2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B242F748-990E-2B72-9D26-1A7A174A510D}"/>
              </a:ext>
            </a:extLst>
          </p:cNvPr>
          <p:cNvSpPr>
            <a:spLocks noGrp="1"/>
          </p:cNvSpPr>
          <p:nvPr>
            <p:ph type="title"/>
          </p:nvPr>
        </p:nvSpPr>
        <p:spPr>
          <a:xfrm>
            <a:off x="810002" y="639097"/>
            <a:ext cx="3211392" cy="3781101"/>
          </a:xfrm>
        </p:spPr>
        <p:txBody>
          <a:bodyPr vert="horz" lIns="91440" tIns="45720" rIns="91440" bIns="45720" rtlCol="0" anchor="b">
            <a:normAutofit/>
          </a:bodyPr>
          <a:lstStyle/>
          <a:p>
            <a:r>
              <a:rPr lang="en-US" sz="2400" dirty="0">
                <a:latin typeface="Times New Roman" panose="02020603050405020304" pitchFamily="18" charset="0"/>
                <a:cs typeface="Times New Roman" panose="02020603050405020304" pitchFamily="18" charset="0"/>
              </a:rPr>
              <a:t>JIRA Test Management</a:t>
            </a:r>
          </a:p>
        </p:txBody>
      </p:sp>
      <p:sp>
        <p:nvSpPr>
          <p:cNvPr id="1042" name="Freeform: Shape 1041">
            <a:extLst>
              <a:ext uri="{FF2B5EF4-FFF2-40B4-BE49-F238E27FC236}">
                <a16:creationId xmlns:a16="http://schemas.microsoft.com/office/drawing/2014/main" id="{9674F1F8-962D-4FF5-B378-D9D2FFDFD2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4896681"/>
            <a:ext cx="12188952" cy="1961319"/>
          </a:xfrm>
          <a:custGeom>
            <a:avLst/>
            <a:gdLst>
              <a:gd name="connsiteX0" fmla="*/ 0 w 12188952"/>
              <a:gd name="connsiteY0" fmla="*/ 0 h 1961319"/>
              <a:gd name="connsiteX1" fmla="*/ 1996017 w 12188952"/>
              <a:gd name="connsiteY1" fmla="*/ 0 h 1961319"/>
              <a:gd name="connsiteX2" fmla="*/ 2377017 w 12188952"/>
              <a:gd name="connsiteY2" fmla="*/ 263783 h 1961319"/>
              <a:gd name="connsiteX3" fmla="*/ 2385484 w 12188952"/>
              <a:gd name="connsiteY3" fmla="*/ 266713 h 1961319"/>
              <a:gd name="connsiteX4" fmla="*/ 2398184 w 12188952"/>
              <a:gd name="connsiteY4" fmla="*/ 271110 h 1961319"/>
              <a:gd name="connsiteX5" fmla="*/ 2410883 w 12188952"/>
              <a:gd name="connsiteY5" fmla="*/ 275506 h 1961319"/>
              <a:gd name="connsiteX6" fmla="*/ 2421467 w 12188952"/>
              <a:gd name="connsiteY6" fmla="*/ 275506 h 1961319"/>
              <a:gd name="connsiteX7" fmla="*/ 2434167 w 12188952"/>
              <a:gd name="connsiteY7" fmla="*/ 275506 h 1961319"/>
              <a:gd name="connsiteX8" fmla="*/ 2444750 w 12188952"/>
              <a:gd name="connsiteY8" fmla="*/ 271110 h 1961319"/>
              <a:gd name="connsiteX9" fmla="*/ 2457450 w 12188952"/>
              <a:gd name="connsiteY9" fmla="*/ 266713 h 1961319"/>
              <a:gd name="connsiteX10" fmla="*/ 2465917 w 12188952"/>
              <a:gd name="connsiteY10" fmla="*/ 263783 h 1961319"/>
              <a:gd name="connsiteX11" fmla="*/ 2846917 w 12188952"/>
              <a:gd name="connsiteY11" fmla="*/ 0 h 1961319"/>
              <a:gd name="connsiteX12" fmla="*/ 12188952 w 12188952"/>
              <a:gd name="connsiteY12" fmla="*/ 0 h 1961319"/>
              <a:gd name="connsiteX13" fmla="*/ 12188952 w 12188952"/>
              <a:gd name="connsiteY13" fmla="*/ 1264506 h 1961319"/>
              <a:gd name="connsiteX14" fmla="*/ 12188952 w 12188952"/>
              <a:gd name="connsiteY14" fmla="*/ 1917775 h 1961319"/>
              <a:gd name="connsiteX15" fmla="*/ 12188952 w 12188952"/>
              <a:gd name="connsiteY15" fmla="*/ 1961319 h 1961319"/>
              <a:gd name="connsiteX16" fmla="*/ 0 w 12188952"/>
              <a:gd name="connsiteY16" fmla="*/ 1961319 h 1961319"/>
              <a:gd name="connsiteX17" fmla="*/ 0 w 12188952"/>
              <a:gd name="connsiteY17" fmla="*/ 1917775 h 1961319"/>
              <a:gd name="connsiteX18" fmla="*/ 0 w 12188952"/>
              <a:gd name="connsiteY18" fmla="*/ 1264506 h 19613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2188952" h="1961319">
                <a:moveTo>
                  <a:pt x="0" y="0"/>
                </a:moveTo>
                <a:lnTo>
                  <a:pt x="1996017" y="0"/>
                </a:lnTo>
                <a:lnTo>
                  <a:pt x="2377017" y="263783"/>
                </a:lnTo>
                <a:lnTo>
                  <a:pt x="2385484" y="266713"/>
                </a:lnTo>
                <a:lnTo>
                  <a:pt x="2398184" y="271110"/>
                </a:lnTo>
                <a:lnTo>
                  <a:pt x="2410883" y="275506"/>
                </a:lnTo>
                <a:lnTo>
                  <a:pt x="2421467" y="275506"/>
                </a:lnTo>
                <a:lnTo>
                  <a:pt x="2434167" y="275506"/>
                </a:lnTo>
                <a:lnTo>
                  <a:pt x="2444750" y="271110"/>
                </a:lnTo>
                <a:lnTo>
                  <a:pt x="2457450" y="266713"/>
                </a:lnTo>
                <a:lnTo>
                  <a:pt x="2465917" y="263783"/>
                </a:lnTo>
                <a:lnTo>
                  <a:pt x="2846917" y="0"/>
                </a:lnTo>
                <a:lnTo>
                  <a:pt x="12188952" y="0"/>
                </a:lnTo>
                <a:lnTo>
                  <a:pt x="12188952" y="1264506"/>
                </a:lnTo>
                <a:lnTo>
                  <a:pt x="12188952" y="1917775"/>
                </a:lnTo>
                <a:lnTo>
                  <a:pt x="12188952" y="1961319"/>
                </a:lnTo>
                <a:lnTo>
                  <a:pt x="0" y="1961319"/>
                </a:lnTo>
                <a:lnTo>
                  <a:pt x="0" y="1917775"/>
                </a:lnTo>
                <a:lnTo>
                  <a:pt x="0" y="1264506"/>
                </a:lnTo>
                <a:close/>
              </a:path>
            </a:pathLst>
          </a:custGeom>
          <a:solidFill>
            <a:srgbClr val="21212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44" name="Rectangle 1043">
            <a:extLst>
              <a:ext uri="{FF2B5EF4-FFF2-40B4-BE49-F238E27FC236}">
                <a16:creationId xmlns:a16="http://schemas.microsoft.com/office/drawing/2014/main" id="{C701CDB4-05E2-481A-9165-2455B6FE22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0658" y="0"/>
            <a:ext cx="7552944"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6" name="Rounded Rectangle 14">
            <a:extLst>
              <a:ext uri="{FF2B5EF4-FFF2-40B4-BE49-F238E27FC236}">
                <a16:creationId xmlns:a16="http://schemas.microsoft.com/office/drawing/2014/main" id="{93C43E0F-EC0A-4928-BA40-42313C0996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0386" y="958640"/>
            <a:ext cx="6258150" cy="4945244"/>
          </a:xfrm>
          <a:prstGeom prst="roundRect">
            <a:avLst>
              <a:gd name="adj" fmla="val 3513"/>
            </a:avLst>
          </a:prstGeom>
          <a:solidFill>
            <a:schemeClr val="bg1"/>
          </a:solid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The Best Test Case Management Tool for Jira - Test Management">
            <a:extLst>
              <a:ext uri="{FF2B5EF4-FFF2-40B4-BE49-F238E27FC236}">
                <a16:creationId xmlns:a16="http://schemas.microsoft.com/office/drawing/2014/main" id="{87A65D0C-CBF4-2AEC-1E2B-B783879144A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5612118" y="1443491"/>
            <a:ext cx="5630441" cy="3941308"/>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7903CEDF-89E0-05C0-5B1F-37516FF7F37B}"/>
              </a:ext>
            </a:extLst>
          </p:cNvPr>
          <p:cNvSpPr>
            <a:spLocks noGrp="1"/>
          </p:cNvSpPr>
          <p:nvPr>
            <p:ph type="sldNum" sz="quarter" idx="12"/>
          </p:nvPr>
        </p:nvSpPr>
        <p:spPr/>
        <p:txBody>
          <a:bodyPr/>
          <a:lstStyle/>
          <a:p>
            <a:fld id="{9E97B246-A394-496D-83E9-A9CDE125FB17}" type="slidenum">
              <a:rPr lang="en-US" smtClean="0"/>
              <a:t>16</a:t>
            </a:fld>
            <a:endParaRPr lang="en-US"/>
          </a:p>
        </p:txBody>
      </p:sp>
      <p:sp>
        <p:nvSpPr>
          <p:cNvPr id="6" name="TextBox 5">
            <a:extLst>
              <a:ext uri="{FF2B5EF4-FFF2-40B4-BE49-F238E27FC236}">
                <a16:creationId xmlns:a16="http://schemas.microsoft.com/office/drawing/2014/main" id="{77DB105E-7DA7-16A5-EF92-A27CB1598553}"/>
              </a:ext>
            </a:extLst>
          </p:cNvPr>
          <p:cNvSpPr txBox="1"/>
          <p:nvPr/>
        </p:nvSpPr>
        <p:spPr>
          <a:xfrm>
            <a:off x="8516028" y="6077876"/>
            <a:ext cx="2037687" cy="400110"/>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Adi Lakshmi</a:t>
            </a:r>
          </a:p>
        </p:txBody>
      </p:sp>
    </p:spTree>
    <p:extLst>
      <p:ext uri="{BB962C8B-B14F-4D97-AF65-F5344CB8AC3E}">
        <p14:creationId xmlns:p14="http://schemas.microsoft.com/office/powerpoint/2010/main" val="524556425"/>
      </p:ext>
    </p:extLst>
  </p:cSld>
  <p:clrMapOvr>
    <a:overrideClrMapping bg1="lt1" tx1="dk1" bg2="lt2" tx2="dk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74" name="Freeform 6">
            <a:extLst>
              <a:ext uri="{FF2B5EF4-FFF2-40B4-BE49-F238E27FC236}">
                <a16:creationId xmlns:a16="http://schemas.microsoft.com/office/drawing/2014/main" id="{133F8CB7-795C-4272-9073-64D8CF97F2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075" name="Rectangle 2067">
            <a:extLst>
              <a:ext uri="{FF2B5EF4-FFF2-40B4-BE49-F238E27FC236}">
                <a16:creationId xmlns:a16="http://schemas.microsoft.com/office/drawing/2014/main" id="{B7743172-17A8-4FA4-8434-B813E03B76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6" name="Freeform 23">
            <a:extLst>
              <a:ext uri="{FF2B5EF4-FFF2-40B4-BE49-F238E27FC236}">
                <a16:creationId xmlns:a16="http://schemas.microsoft.com/office/drawing/2014/main" id="{4CE1233C-FD2F-489E-BFDE-086F5FED64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4637005" cy="6858000"/>
          </a:xfrm>
          <a:custGeom>
            <a:avLst/>
            <a:gdLst>
              <a:gd name="connsiteX0" fmla="*/ 0 w 4637005"/>
              <a:gd name="connsiteY0" fmla="*/ 0 h 6858000"/>
              <a:gd name="connsiteX1" fmla="*/ 4637005 w 4637005"/>
              <a:gd name="connsiteY1" fmla="*/ 0 h 6858000"/>
              <a:gd name="connsiteX2" fmla="*/ 4637005 w 4637005"/>
              <a:gd name="connsiteY2" fmla="*/ 1900238 h 6858000"/>
              <a:gd name="connsiteX3" fmla="*/ 4266589 w 4637005"/>
              <a:gd name="connsiteY3" fmla="*/ 2178050 h 6858000"/>
              <a:gd name="connsiteX4" fmla="*/ 4262355 w 4637005"/>
              <a:gd name="connsiteY4" fmla="*/ 2184400 h 6858000"/>
              <a:gd name="connsiteX5" fmla="*/ 4256005 w 4637005"/>
              <a:gd name="connsiteY5" fmla="*/ 2193925 h 6858000"/>
              <a:gd name="connsiteX6" fmla="*/ 4249655 w 4637005"/>
              <a:gd name="connsiteY6" fmla="*/ 2201863 h 6858000"/>
              <a:gd name="connsiteX7" fmla="*/ 4249655 w 4637005"/>
              <a:gd name="connsiteY7" fmla="*/ 2211388 h 6858000"/>
              <a:gd name="connsiteX8" fmla="*/ 4249655 w 4637005"/>
              <a:gd name="connsiteY8" fmla="*/ 2220913 h 6858000"/>
              <a:gd name="connsiteX9" fmla="*/ 4256005 w 4637005"/>
              <a:gd name="connsiteY9" fmla="*/ 2228850 h 6858000"/>
              <a:gd name="connsiteX10" fmla="*/ 4262355 w 4637005"/>
              <a:gd name="connsiteY10" fmla="*/ 2238375 h 6858000"/>
              <a:gd name="connsiteX11" fmla="*/ 4266589 w 4637005"/>
              <a:gd name="connsiteY11" fmla="*/ 2244725 h 6858000"/>
              <a:gd name="connsiteX12" fmla="*/ 4637005 w 4637005"/>
              <a:gd name="connsiteY12" fmla="*/ 2522538 h 6858000"/>
              <a:gd name="connsiteX13" fmla="*/ 4637005 w 4637005"/>
              <a:gd name="connsiteY13" fmla="*/ 6858000 h 6858000"/>
              <a:gd name="connsiteX14" fmla="*/ 0 w 4637005"/>
              <a:gd name="connsiteY1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637005" h="6858000">
                <a:moveTo>
                  <a:pt x="0" y="0"/>
                </a:moveTo>
                <a:lnTo>
                  <a:pt x="4637005" y="0"/>
                </a:lnTo>
                <a:lnTo>
                  <a:pt x="4637005" y="1900238"/>
                </a:lnTo>
                <a:lnTo>
                  <a:pt x="4266589" y="2178050"/>
                </a:lnTo>
                <a:lnTo>
                  <a:pt x="4262355" y="2184400"/>
                </a:lnTo>
                <a:lnTo>
                  <a:pt x="4256005" y="2193925"/>
                </a:lnTo>
                <a:lnTo>
                  <a:pt x="4249655" y="2201863"/>
                </a:lnTo>
                <a:lnTo>
                  <a:pt x="4249655" y="2211388"/>
                </a:lnTo>
                <a:lnTo>
                  <a:pt x="4249655" y="2220913"/>
                </a:lnTo>
                <a:lnTo>
                  <a:pt x="4256005" y="2228850"/>
                </a:lnTo>
                <a:lnTo>
                  <a:pt x="4262355" y="2238375"/>
                </a:lnTo>
                <a:lnTo>
                  <a:pt x="4266589" y="2244725"/>
                </a:lnTo>
                <a:lnTo>
                  <a:pt x="4637005" y="2522538"/>
                </a:lnTo>
                <a:lnTo>
                  <a:pt x="4637005" y="6858000"/>
                </a:lnTo>
                <a:lnTo>
                  <a:pt x="0" y="6858000"/>
                </a:lnTo>
                <a:close/>
              </a:path>
            </a:pathLst>
          </a:custGeom>
          <a:blipFill>
            <a:blip r:embed="rId2">
              <a:duotone>
                <a:schemeClr val="accent1">
                  <a:tint val="98000"/>
                  <a:lumMod val="102000"/>
                </a:schemeClr>
                <a:schemeClr val="accent1">
                  <a:shade val="98000"/>
                  <a:lumMod val="98000"/>
                </a:schemeClr>
              </a:duotone>
            </a:blip>
            <a:tile tx="0" ty="0" sx="100000" sy="100000" flip="none" algn="tl"/>
          </a:blipFill>
          <a:ln>
            <a:headEnd/>
            <a:tailEnd/>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5010EF7-244B-30EB-A68A-84D866727CC3}"/>
              </a:ext>
            </a:extLst>
          </p:cNvPr>
          <p:cNvSpPr>
            <a:spLocks noGrp="1"/>
          </p:cNvSpPr>
          <p:nvPr>
            <p:ph type="title"/>
          </p:nvPr>
        </p:nvSpPr>
        <p:spPr>
          <a:xfrm>
            <a:off x="643466" y="3100705"/>
            <a:ext cx="3444211" cy="1136015"/>
          </a:xfrm>
        </p:spPr>
        <p:txBody>
          <a:bodyPr vert="horz" lIns="91440" tIns="45720" rIns="91440" bIns="45720" rtlCol="0" anchor="t">
            <a:normAutofit/>
          </a:bodyPr>
          <a:lstStyle/>
          <a:p>
            <a:r>
              <a:rPr lang="en-US" sz="2400" dirty="0">
                <a:latin typeface="Times New Roman" panose="02020603050405020304" pitchFamily="18" charset="0"/>
                <a:cs typeface="Times New Roman" panose="02020603050405020304" pitchFamily="18" charset="0"/>
              </a:rPr>
              <a:t>JIRA Workflow</a:t>
            </a:r>
          </a:p>
        </p:txBody>
      </p:sp>
      <p:pic>
        <p:nvPicPr>
          <p:cNvPr id="2050" name="Picture 2" descr="Bug Life Cycle in Software Testing | Bug Tracking Blog @ Bird Eats Bug">
            <a:extLst>
              <a:ext uri="{FF2B5EF4-FFF2-40B4-BE49-F238E27FC236}">
                <a16:creationId xmlns:a16="http://schemas.microsoft.com/office/drawing/2014/main" id="{54F9A309-6A67-104A-17A9-C699E327BE66}"/>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bwMode="auto">
          <a:xfrm>
            <a:off x="5280472" y="1242612"/>
            <a:ext cx="6268062" cy="4199603"/>
          </a:xfrm>
          <a:prstGeom prst="roundRect">
            <a:avLst>
              <a:gd name="adj" fmla="val 3876"/>
            </a:avLst>
          </a:prstGeom>
          <a:noFill/>
          <a:ln>
            <a:solidFill>
              <a:schemeClr val="accent1"/>
            </a:solidFill>
          </a:ln>
          <a:effectLst/>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E6E4BFAB-FED4-9270-F219-4E534443DA7D}"/>
              </a:ext>
            </a:extLst>
          </p:cNvPr>
          <p:cNvSpPr>
            <a:spLocks noGrp="1"/>
          </p:cNvSpPr>
          <p:nvPr>
            <p:ph type="sldNum" sz="quarter" idx="12"/>
          </p:nvPr>
        </p:nvSpPr>
        <p:spPr/>
        <p:txBody>
          <a:bodyPr/>
          <a:lstStyle/>
          <a:p>
            <a:fld id="{9E97B246-A394-496D-83E9-A9CDE125FB17}" type="slidenum">
              <a:rPr lang="en-US" smtClean="0"/>
              <a:t>17</a:t>
            </a:fld>
            <a:endParaRPr lang="en-US"/>
          </a:p>
        </p:txBody>
      </p:sp>
      <p:sp>
        <p:nvSpPr>
          <p:cNvPr id="6" name="TextBox 5">
            <a:extLst>
              <a:ext uri="{FF2B5EF4-FFF2-40B4-BE49-F238E27FC236}">
                <a16:creationId xmlns:a16="http://schemas.microsoft.com/office/drawing/2014/main" id="{63865783-A6B2-59D7-8109-21F7C095D53E}"/>
              </a:ext>
            </a:extLst>
          </p:cNvPr>
          <p:cNvSpPr txBox="1"/>
          <p:nvPr/>
        </p:nvSpPr>
        <p:spPr>
          <a:xfrm>
            <a:off x="8803481" y="6086475"/>
            <a:ext cx="2064544" cy="400110"/>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Adi Lakshmi</a:t>
            </a:r>
          </a:p>
        </p:txBody>
      </p:sp>
    </p:spTree>
    <p:extLst>
      <p:ext uri="{BB962C8B-B14F-4D97-AF65-F5344CB8AC3E}">
        <p14:creationId xmlns:p14="http://schemas.microsoft.com/office/powerpoint/2010/main" val="1999191140"/>
      </p:ext>
    </p:extLst>
  </p:cSld>
  <p:clrMapOvr>
    <a:overrideClrMapping bg1="lt1" tx1="dk1" bg2="lt2" tx2="dk2" accent1="accent1" accent2="accent2" accent3="accent3" accent4="accent4" accent5="accent5" accent6="accent6" hlink="hlink" folHlink="folHlink"/>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 name="Freeform 6">
            <a:extLst>
              <a:ext uri="{FF2B5EF4-FFF2-40B4-BE49-F238E27FC236}">
                <a16:creationId xmlns:a16="http://schemas.microsoft.com/office/drawing/2014/main" id="{133F8CB7-795C-4272-9073-64D8CF97F2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8" name="Rectangle 27">
            <a:extLst>
              <a:ext uri="{FF2B5EF4-FFF2-40B4-BE49-F238E27FC236}">
                <a16:creationId xmlns:a16="http://schemas.microsoft.com/office/drawing/2014/main" id="{B7743172-17A8-4FA4-8434-B813E03B76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23">
            <a:extLst>
              <a:ext uri="{FF2B5EF4-FFF2-40B4-BE49-F238E27FC236}">
                <a16:creationId xmlns:a16="http://schemas.microsoft.com/office/drawing/2014/main" id="{4CE1233C-FD2F-489E-BFDE-086F5FED64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4637005" cy="6858000"/>
          </a:xfrm>
          <a:custGeom>
            <a:avLst/>
            <a:gdLst>
              <a:gd name="connsiteX0" fmla="*/ 0 w 4637005"/>
              <a:gd name="connsiteY0" fmla="*/ 0 h 6858000"/>
              <a:gd name="connsiteX1" fmla="*/ 4637005 w 4637005"/>
              <a:gd name="connsiteY1" fmla="*/ 0 h 6858000"/>
              <a:gd name="connsiteX2" fmla="*/ 4637005 w 4637005"/>
              <a:gd name="connsiteY2" fmla="*/ 1900238 h 6858000"/>
              <a:gd name="connsiteX3" fmla="*/ 4266589 w 4637005"/>
              <a:gd name="connsiteY3" fmla="*/ 2178050 h 6858000"/>
              <a:gd name="connsiteX4" fmla="*/ 4262355 w 4637005"/>
              <a:gd name="connsiteY4" fmla="*/ 2184400 h 6858000"/>
              <a:gd name="connsiteX5" fmla="*/ 4256005 w 4637005"/>
              <a:gd name="connsiteY5" fmla="*/ 2193925 h 6858000"/>
              <a:gd name="connsiteX6" fmla="*/ 4249655 w 4637005"/>
              <a:gd name="connsiteY6" fmla="*/ 2201863 h 6858000"/>
              <a:gd name="connsiteX7" fmla="*/ 4249655 w 4637005"/>
              <a:gd name="connsiteY7" fmla="*/ 2211388 h 6858000"/>
              <a:gd name="connsiteX8" fmla="*/ 4249655 w 4637005"/>
              <a:gd name="connsiteY8" fmla="*/ 2220913 h 6858000"/>
              <a:gd name="connsiteX9" fmla="*/ 4256005 w 4637005"/>
              <a:gd name="connsiteY9" fmla="*/ 2228850 h 6858000"/>
              <a:gd name="connsiteX10" fmla="*/ 4262355 w 4637005"/>
              <a:gd name="connsiteY10" fmla="*/ 2238375 h 6858000"/>
              <a:gd name="connsiteX11" fmla="*/ 4266589 w 4637005"/>
              <a:gd name="connsiteY11" fmla="*/ 2244725 h 6858000"/>
              <a:gd name="connsiteX12" fmla="*/ 4637005 w 4637005"/>
              <a:gd name="connsiteY12" fmla="*/ 2522538 h 6858000"/>
              <a:gd name="connsiteX13" fmla="*/ 4637005 w 4637005"/>
              <a:gd name="connsiteY13" fmla="*/ 6858000 h 6858000"/>
              <a:gd name="connsiteX14" fmla="*/ 0 w 4637005"/>
              <a:gd name="connsiteY1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637005" h="6858000">
                <a:moveTo>
                  <a:pt x="0" y="0"/>
                </a:moveTo>
                <a:lnTo>
                  <a:pt x="4637005" y="0"/>
                </a:lnTo>
                <a:lnTo>
                  <a:pt x="4637005" y="1900238"/>
                </a:lnTo>
                <a:lnTo>
                  <a:pt x="4266589" y="2178050"/>
                </a:lnTo>
                <a:lnTo>
                  <a:pt x="4262355" y="2184400"/>
                </a:lnTo>
                <a:lnTo>
                  <a:pt x="4256005" y="2193925"/>
                </a:lnTo>
                <a:lnTo>
                  <a:pt x="4249655" y="2201863"/>
                </a:lnTo>
                <a:lnTo>
                  <a:pt x="4249655" y="2211388"/>
                </a:lnTo>
                <a:lnTo>
                  <a:pt x="4249655" y="2220913"/>
                </a:lnTo>
                <a:lnTo>
                  <a:pt x="4256005" y="2228850"/>
                </a:lnTo>
                <a:lnTo>
                  <a:pt x="4262355" y="2238375"/>
                </a:lnTo>
                <a:lnTo>
                  <a:pt x="4266589" y="2244725"/>
                </a:lnTo>
                <a:lnTo>
                  <a:pt x="4637005" y="2522538"/>
                </a:lnTo>
                <a:lnTo>
                  <a:pt x="4637005" y="6858000"/>
                </a:lnTo>
                <a:lnTo>
                  <a:pt x="0" y="6858000"/>
                </a:lnTo>
                <a:close/>
              </a:path>
            </a:pathLst>
          </a:custGeom>
          <a:blipFill>
            <a:blip r:embed="rId2">
              <a:duotone>
                <a:schemeClr val="accent1">
                  <a:tint val="98000"/>
                  <a:lumMod val="102000"/>
                </a:schemeClr>
                <a:schemeClr val="accent1">
                  <a:shade val="98000"/>
                  <a:lumMod val="98000"/>
                </a:schemeClr>
              </a:duotone>
            </a:blip>
            <a:tile tx="0" ty="0" sx="100000" sy="100000" flip="none" algn="tl"/>
          </a:blipFill>
          <a:ln>
            <a:headEnd/>
            <a:tailEnd/>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C0EFA1CB-137B-D31D-0FC0-A5D02826F975}"/>
              </a:ext>
            </a:extLst>
          </p:cNvPr>
          <p:cNvSpPr>
            <a:spLocks noGrp="1"/>
          </p:cNvSpPr>
          <p:nvPr>
            <p:ph type="title"/>
          </p:nvPr>
        </p:nvSpPr>
        <p:spPr>
          <a:xfrm>
            <a:off x="451514" y="1800225"/>
            <a:ext cx="3444211" cy="4241136"/>
          </a:xfrm>
        </p:spPr>
        <p:txBody>
          <a:bodyPr vert="horz" lIns="91440" tIns="45720" rIns="91440" bIns="45720" rtlCol="0" anchor="t">
            <a:normAutofit/>
          </a:bodyPr>
          <a:lstStyle/>
          <a:p>
            <a:r>
              <a:rPr lang="en-US" sz="2400" i="0" dirty="0">
                <a:effectLst/>
                <a:latin typeface="Times New Roman" panose="02020603050405020304" pitchFamily="18" charset="0"/>
                <a:cs typeface="Times New Roman" panose="02020603050405020304" pitchFamily="18" charset="0"/>
              </a:rPr>
              <a:t>Dash Boards in JIRA</a:t>
            </a:r>
            <a:br>
              <a:rPr lang="en-US" sz="2400" i="0" dirty="0">
                <a:effectLst/>
                <a:latin typeface="Times New Roman" panose="02020603050405020304" pitchFamily="18"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p:txBody>
      </p:sp>
      <p:graphicFrame>
        <p:nvGraphicFramePr>
          <p:cNvPr id="7" name="Content Placeholder 2">
            <a:extLst>
              <a:ext uri="{FF2B5EF4-FFF2-40B4-BE49-F238E27FC236}">
                <a16:creationId xmlns:a16="http://schemas.microsoft.com/office/drawing/2014/main" id="{CF06D421-3ADF-CA27-8F5E-7E9BF4AF81BD}"/>
              </a:ext>
            </a:extLst>
          </p:cNvPr>
          <p:cNvGraphicFramePr>
            <a:graphicFrameLocks noGrp="1"/>
          </p:cNvGraphicFramePr>
          <p:nvPr>
            <p:ph idx="1"/>
            <p:extLst>
              <p:ext uri="{D42A27DB-BD31-4B8C-83A1-F6EECF244321}">
                <p14:modId xmlns:p14="http://schemas.microsoft.com/office/powerpoint/2010/main" val="216965752"/>
              </p:ext>
            </p:extLst>
          </p:nvPr>
        </p:nvGraphicFramePr>
        <p:xfrm>
          <a:off x="5556250" y="1262063"/>
          <a:ext cx="5816600" cy="43275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Slide Number Placeholder 2">
            <a:extLst>
              <a:ext uri="{FF2B5EF4-FFF2-40B4-BE49-F238E27FC236}">
                <a16:creationId xmlns:a16="http://schemas.microsoft.com/office/drawing/2014/main" id="{199042E0-8683-8903-73A3-A9D5AAE3999D}"/>
              </a:ext>
            </a:extLst>
          </p:cNvPr>
          <p:cNvSpPr>
            <a:spLocks noGrp="1"/>
          </p:cNvSpPr>
          <p:nvPr>
            <p:ph type="sldNum" sz="quarter" idx="12"/>
          </p:nvPr>
        </p:nvSpPr>
        <p:spPr/>
        <p:txBody>
          <a:bodyPr/>
          <a:lstStyle/>
          <a:p>
            <a:fld id="{9E97B246-A394-496D-83E9-A9CDE125FB17}" type="slidenum">
              <a:rPr lang="en-US" smtClean="0"/>
              <a:t>18</a:t>
            </a:fld>
            <a:endParaRPr lang="en-US"/>
          </a:p>
        </p:txBody>
      </p:sp>
      <p:sp>
        <p:nvSpPr>
          <p:cNvPr id="9" name="TextBox 8">
            <a:extLst>
              <a:ext uri="{FF2B5EF4-FFF2-40B4-BE49-F238E27FC236}">
                <a16:creationId xmlns:a16="http://schemas.microsoft.com/office/drawing/2014/main" id="{FDBE1E74-2B95-C47C-5FA8-0DED9D23F990}"/>
              </a:ext>
            </a:extLst>
          </p:cNvPr>
          <p:cNvSpPr txBox="1"/>
          <p:nvPr/>
        </p:nvSpPr>
        <p:spPr>
          <a:xfrm>
            <a:off x="9337420" y="6037155"/>
            <a:ext cx="1778794" cy="400110"/>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Vinesh Reddy</a:t>
            </a:r>
          </a:p>
        </p:txBody>
      </p:sp>
    </p:spTree>
    <p:extLst>
      <p:ext uri="{BB962C8B-B14F-4D97-AF65-F5344CB8AC3E}">
        <p14:creationId xmlns:p14="http://schemas.microsoft.com/office/powerpoint/2010/main" val="3511552086"/>
      </p:ext>
    </p:extLst>
  </p:cSld>
  <p:clrMapOvr>
    <a:overrideClrMapping bg1="lt1" tx1="dk1" bg2="lt2" tx2="dk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9" name="Rectangle 24">
            <a:extLst>
              <a:ext uri="{FF2B5EF4-FFF2-40B4-BE49-F238E27FC236}">
                <a16:creationId xmlns:a16="http://schemas.microsoft.com/office/drawing/2014/main" id="{089A69AF-D57B-49B4-886C-D4A5DC1944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Shape 26">
            <a:extLst>
              <a:ext uri="{FF2B5EF4-FFF2-40B4-BE49-F238E27FC236}">
                <a16:creationId xmlns:a16="http://schemas.microsoft.com/office/drawing/2014/main" id="{CABDC08D-6093-4397-92D4-54D00E2BB1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rot="16200000">
            <a:off x="-650724" y="650724"/>
            <a:ext cx="6858000" cy="5556552"/>
          </a:xfrm>
          <a:custGeom>
            <a:avLst/>
            <a:gdLst>
              <a:gd name="connsiteX0" fmla="*/ 6858000 w 6858000"/>
              <a:gd name="connsiteY0" fmla="*/ 3445704 h 5556552"/>
              <a:gd name="connsiteX1" fmla="*/ 3829242 w 6858000"/>
              <a:gd name="connsiteY1" fmla="*/ 5433322 h 5556552"/>
              <a:gd name="connsiteX2" fmla="*/ 3827369 w 6858000"/>
              <a:gd name="connsiteY2" fmla="*/ 5434867 h 5556552"/>
              <a:gd name="connsiteX3" fmla="*/ 3824583 w 6858000"/>
              <a:gd name="connsiteY3" fmla="*/ 5436378 h 5556552"/>
              <a:gd name="connsiteX4" fmla="*/ 3798693 w 6858000"/>
              <a:gd name="connsiteY4" fmla="*/ 5453370 h 5556552"/>
              <a:gd name="connsiteX5" fmla="*/ 3785011 w 6858000"/>
              <a:gd name="connsiteY5" fmla="*/ 5457858 h 5556552"/>
              <a:gd name="connsiteX6" fmla="*/ 3706339 w 6858000"/>
              <a:gd name="connsiteY6" fmla="*/ 5500559 h 5556552"/>
              <a:gd name="connsiteX7" fmla="*/ 3428998 w 6858000"/>
              <a:gd name="connsiteY7" fmla="*/ 5556552 h 5556552"/>
              <a:gd name="connsiteX8" fmla="*/ 3151658 w 6858000"/>
              <a:gd name="connsiteY8" fmla="*/ 5500559 h 5556552"/>
              <a:gd name="connsiteX9" fmla="*/ 3072996 w 6858000"/>
              <a:gd name="connsiteY9" fmla="*/ 5457863 h 5556552"/>
              <a:gd name="connsiteX10" fmla="*/ 3059298 w 6858000"/>
              <a:gd name="connsiteY10" fmla="*/ 5453370 h 5556552"/>
              <a:gd name="connsiteX11" fmla="*/ 3033383 w 6858000"/>
              <a:gd name="connsiteY11" fmla="*/ 5436362 h 5556552"/>
              <a:gd name="connsiteX12" fmla="*/ 3030627 w 6858000"/>
              <a:gd name="connsiteY12" fmla="*/ 5434867 h 5556552"/>
              <a:gd name="connsiteX13" fmla="*/ 3028775 w 6858000"/>
              <a:gd name="connsiteY13" fmla="*/ 5433338 h 5556552"/>
              <a:gd name="connsiteX14" fmla="*/ 0 w 6858000"/>
              <a:gd name="connsiteY14" fmla="*/ 3445704 h 5556552"/>
              <a:gd name="connsiteX15" fmla="*/ 6858000 w 6858000"/>
              <a:gd name="connsiteY15" fmla="*/ 0 h 5556552"/>
              <a:gd name="connsiteX16" fmla="*/ 6858000 w 6858000"/>
              <a:gd name="connsiteY16" fmla="*/ 349336 h 5556552"/>
              <a:gd name="connsiteX17" fmla="*/ 6858000 w 6858000"/>
              <a:gd name="connsiteY17" fmla="*/ 3445703 h 5556552"/>
              <a:gd name="connsiteX18" fmla="*/ 0 w 6858000"/>
              <a:gd name="connsiteY18" fmla="*/ 3445703 h 5556552"/>
              <a:gd name="connsiteX19" fmla="*/ 0 w 6858000"/>
              <a:gd name="connsiteY19" fmla="*/ 0 h 5556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858000" h="5556552">
                <a:moveTo>
                  <a:pt x="6858000" y="3445704"/>
                </a:moveTo>
                <a:lnTo>
                  <a:pt x="3829242" y="5433322"/>
                </a:lnTo>
                <a:lnTo>
                  <a:pt x="3827369" y="5434867"/>
                </a:lnTo>
                <a:lnTo>
                  <a:pt x="3824583" y="5436378"/>
                </a:lnTo>
                <a:lnTo>
                  <a:pt x="3798693" y="5453370"/>
                </a:lnTo>
                <a:lnTo>
                  <a:pt x="3785011" y="5457858"/>
                </a:lnTo>
                <a:lnTo>
                  <a:pt x="3706339" y="5500559"/>
                </a:lnTo>
                <a:cubicBezTo>
                  <a:pt x="3621096" y="5536614"/>
                  <a:pt x="3527375" y="5556552"/>
                  <a:pt x="3428998" y="5556552"/>
                </a:cubicBezTo>
                <a:cubicBezTo>
                  <a:pt x="3330621" y="5556552"/>
                  <a:pt x="3236901" y="5536614"/>
                  <a:pt x="3151658" y="5500559"/>
                </a:cubicBezTo>
                <a:lnTo>
                  <a:pt x="3072996" y="5457863"/>
                </a:lnTo>
                <a:lnTo>
                  <a:pt x="3059298" y="5453370"/>
                </a:lnTo>
                <a:lnTo>
                  <a:pt x="3033383" y="5436362"/>
                </a:lnTo>
                <a:lnTo>
                  <a:pt x="3030627" y="5434867"/>
                </a:lnTo>
                <a:lnTo>
                  <a:pt x="3028775" y="5433338"/>
                </a:lnTo>
                <a:lnTo>
                  <a:pt x="0" y="3445704"/>
                </a:lnTo>
                <a:close/>
                <a:moveTo>
                  <a:pt x="6858000" y="0"/>
                </a:moveTo>
                <a:lnTo>
                  <a:pt x="6858000" y="349336"/>
                </a:lnTo>
                <a:lnTo>
                  <a:pt x="6858000" y="3445703"/>
                </a:lnTo>
                <a:lnTo>
                  <a:pt x="0" y="3445703"/>
                </a:lnTo>
                <a:lnTo>
                  <a:pt x="0" y="0"/>
                </a:lnTo>
                <a:close/>
              </a:path>
            </a:pathLst>
          </a:custGeom>
          <a:ln>
            <a:noFill/>
          </a:ln>
          <a:effectLst/>
          <a:extLst>
            <a:ext uri="{91240B29-F687-4f45-9708-019B960494DF}">
              <a14:hiddenLine xmlns:a16="http://schemas.microsoft.com/office/drawing/2014/main" xmlns:p14="http://schemas.microsoft.com/office/powerpoint/2010/main"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672159DE-D3B7-1F8F-7282-2B7C1BF1F32A}"/>
              </a:ext>
            </a:extLst>
          </p:cNvPr>
          <p:cNvSpPr>
            <a:spLocks noGrp="1"/>
          </p:cNvSpPr>
          <p:nvPr>
            <p:ph type="title"/>
          </p:nvPr>
        </p:nvSpPr>
        <p:spPr>
          <a:xfrm>
            <a:off x="451515" y="1734857"/>
            <a:ext cx="3765483" cy="3388287"/>
          </a:xfrm>
        </p:spPr>
        <p:txBody>
          <a:bodyPr anchor="ctr">
            <a:normAutofit/>
          </a:bodyPr>
          <a:lstStyle/>
          <a:p>
            <a:r>
              <a:rPr lang="en-US" sz="2400" b="1" i="0" dirty="0">
                <a:effectLst/>
                <a:latin typeface="Times New Roman" panose="02020603050405020304" pitchFamily="18" charset="0"/>
                <a:cs typeface="Times New Roman" panose="02020603050405020304" pitchFamily="18" charset="0"/>
              </a:rPr>
              <a:t>Integration With Other Tools</a:t>
            </a:r>
            <a:br>
              <a:rPr lang="en-US" b="1" i="0" dirty="0">
                <a:effectLst/>
                <a:latin typeface="clcicgqyw0002obe2xroteu2c"/>
              </a:rPr>
            </a:br>
            <a:endParaRPr lang="en-US" dirty="0"/>
          </a:p>
        </p:txBody>
      </p:sp>
      <p:sp>
        <p:nvSpPr>
          <p:cNvPr id="3" name="Content Placeholder 2">
            <a:extLst>
              <a:ext uri="{FF2B5EF4-FFF2-40B4-BE49-F238E27FC236}">
                <a16:creationId xmlns:a16="http://schemas.microsoft.com/office/drawing/2014/main" id="{D6F5CDC8-EBE3-67C0-1EA9-E6C671B604B0}"/>
              </a:ext>
            </a:extLst>
          </p:cNvPr>
          <p:cNvSpPr>
            <a:spLocks noGrp="1"/>
          </p:cNvSpPr>
          <p:nvPr>
            <p:ph idx="1"/>
          </p:nvPr>
        </p:nvSpPr>
        <p:spPr>
          <a:xfrm>
            <a:off x="6008068" y="978993"/>
            <a:ext cx="5365218" cy="4900014"/>
          </a:xfrm>
          <a:effectLst/>
        </p:spPr>
        <p:txBody>
          <a:bodyPr>
            <a:normAutofit/>
          </a:bodyPr>
          <a:lstStyle/>
          <a:p>
            <a:pPr marL="0" indent="0">
              <a:lnSpc>
                <a:spcPct val="150000"/>
              </a:lnSpc>
              <a:buNone/>
            </a:pPr>
            <a:r>
              <a:rPr lang="en-US" dirty="0">
                <a:latin typeface="Times New Roman" panose="02020603050405020304" pitchFamily="18" charset="0"/>
                <a:cs typeface="Times New Roman" panose="02020603050405020304" pitchFamily="18" charset="0"/>
              </a:rPr>
              <a:t>JIRA can be integrated with other tools like </a:t>
            </a:r>
          </a:p>
          <a:p>
            <a:pPr>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Confluence</a:t>
            </a:r>
          </a:p>
          <a:p>
            <a:pPr>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Bitbucket</a:t>
            </a:r>
          </a:p>
          <a:p>
            <a:pPr>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Qmetry </a:t>
            </a:r>
          </a:p>
          <a:p>
            <a:pPr>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zephyr</a:t>
            </a:r>
          </a:p>
          <a:p>
            <a:pPr>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Slack</a:t>
            </a:r>
          </a:p>
        </p:txBody>
      </p:sp>
      <p:sp>
        <p:nvSpPr>
          <p:cNvPr id="4" name="Slide Number Placeholder 3">
            <a:extLst>
              <a:ext uri="{FF2B5EF4-FFF2-40B4-BE49-F238E27FC236}">
                <a16:creationId xmlns:a16="http://schemas.microsoft.com/office/drawing/2014/main" id="{847AE11C-E060-C741-C861-990C00B1192C}"/>
              </a:ext>
            </a:extLst>
          </p:cNvPr>
          <p:cNvSpPr>
            <a:spLocks noGrp="1"/>
          </p:cNvSpPr>
          <p:nvPr>
            <p:ph type="sldNum" sz="quarter" idx="12"/>
          </p:nvPr>
        </p:nvSpPr>
        <p:spPr/>
        <p:txBody>
          <a:bodyPr/>
          <a:lstStyle/>
          <a:p>
            <a:fld id="{9E97B246-A394-496D-83E9-A9CDE125FB17}" type="slidenum">
              <a:rPr lang="en-US" smtClean="0"/>
              <a:t>19</a:t>
            </a:fld>
            <a:endParaRPr lang="en-US"/>
          </a:p>
        </p:txBody>
      </p:sp>
      <p:sp>
        <p:nvSpPr>
          <p:cNvPr id="7" name="TextBox 6">
            <a:extLst>
              <a:ext uri="{FF2B5EF4-FFF2-40B4-BE49-F238E27FC236}">
                <a16:creationId xmlns:a16="http://schemas.microsoft.com/office/drawing/2014/main" id="{B433A45F-876B-8BC8-6CE4-9C365DD6A675}"/>
              </a:ext>
            </a:extLst>
          </p:cNvPr>
          <p:cNvSpPr txBox="1"/>
          <p:nvPr/>
        </p:nvSpPr>
        <p:spPr>
          <a:xfrm>
            <a:off x="9258300" y="6043258"/>
            <a:ext cx="1628775" cy="400110"/>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Vinesh Reddy</a:t>
            </a:r>
          </a:p>
        </p:txBody>
      </p:sp>
    </p:spTree>
    <p:extLst>
      <p:ext uri="{BB962C8B-B14F-4D97-AF65-F5344CB8AC3E}">
        <p14:creationId xmlns:p14="http://schemas.microsoft.com/office/powerpoint/2010/main" val="17323684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089A69AF-D57B-49B4-886C-D4A5DC1944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CABDC08D-6093-4397-92D4-54D00E2BB1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rot="16200000">
            <a:off x="-650724" y="650724"/>
            <a:ext cx="6858000" cy="5556552"/>
          </a:xfrm>
          <a:custGeom>
            <a:avLst/>
            <a:gdLst>
              <a:gd name="connsiteX0" fmla="*/ 6858000 w 6858000"/>
              <a:gd name="connsiteY0" fmla="*/ 3445704 h 5556552"/>
              <a:gd name="connsiteX1" fmla="*/ 3829242 w 6858000"/>
              <a:gd name="connsiteY1" fmla="*/ 5433322 h 5556552"/>
              <a:gd name="connsiteX2" fmla="*/ 3827369 w 6858000"/>
              <a:gd name="connsiteY2" fmla="*/ 5434867 h 5556552"/>
              <a:gd name="connsiteX3" fmla="*/ 3824583 w 6858000"/>
              <a:gd name="connsiteY3" fmla="*/ 5436378 h 5556552"/>
              <a:gd name="connsiteX4" fmla="*/ 3798693 w 6858000"/>
              <a:gd name="connsiteY4" fmla="*/ 5453370 h 5556552"/>
              <a:gd name="connsiteX5" fmla="*/ 3785011 w 6858000"/>
              <a:gd name="connsiteY5" fmla="*/ 5457858 h 5556552"/>
              <a:gd name="connsiteX6" fmla="*/ 3706339 w 6858000"/>
              <a:gd name="connsiteY6" fmla="*/ 5500559 h 5556552"/>
              <a:gd name="connsiteX7" fmla="*/ 3428998 w 6858000"/>
              <a:gd name="connsiteY7" fmla="*/ 5556552 h 5556552"/>
              <a:gd name="connsiteX8" fmla="*/ 3151658 w 6858000"/>
              <a:gd name="connsiteY8" fmla="*/ 5500559 h 5556552"/>
              <a:gd name="connsiteX9" fmla="*/ 3072996 w 6858000"/>
              <a:gd name="connsiteY9" fmla="*/ 5457863 h 5556552"/>
              <a:gd name="connsiteX10" fmla="*/ 3059298 w 6858000"/>
              <a:gd name="connsiteY10" fmla="*/ 5453370 h 5556552"/>
              <a:gd name="connsiteX11" fmla="*/ 3033383 w 6858000"/>
              <a:gd name="connsiteY11" fmla="*/ 5436362 h 5556552"/>
              <a:gd name="connsiteX12" fmla="*/ 3030627 w 6858000"/>
              <a:gd name="connsiteY12" fmla="*/ 5434867 h 5556552"/>
              <a:gd name="connsiteX13" fmla="*/ 3028775 w 6858000"/>
              <a:gd name="connsiteY13" fmla="*/ 5433338 h 5556552"/>
              <a:gd name="connsiteX14" fmla="*/ 0 w 6858000"/>
              <a:gd name="connsiteY14" fmla="*/ 3445704 h 5556552"/>
              <a:gd name="connsiteX15" fmla="*/ 6858000 w 6858000"/>
              <a:gd name="connsiteY15" fmla="*/ 0 h 5556552"/>
              <a:gd name="connsiteX16" fmla="*/ 6858000 w 6858000"/>
              <a:gd name="connsiteY16" fmla="*/ 349336 h 5556552"/>
              <a:gd name="connsiteX17" fmla="*/ 6858000 w 6858000"/>
              <a:gd name="connsiteY17" fmla="*/ 3445703 h 5556552"/>
              <a:gd name="connsiteX18" fmla="*/ 0 w 6858000"/>
              <a:gd name="connsiteY18" fmla="*/ 3445703 h 5556552"/>
              <a:gd name="connsiteX19" fmla="*/ 0 w 6858000"/>
              <a:gd name="connsiteY19" fmla="*/ 0 h 5556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858000" h="5556552">
                <a:moveTo>
                  <a:pt x="6858000" y="3445704"/>
                </a:moveTo>
                <a:lnTo>
                  <a:pt x="3829242" y="5433322"/>
                </a:lnTo>
                <a:lnTo>
                  <a:pt x="3827369" y="5434867"/>
                </a:lnTo>
                <a:lnTo>
                  <a:pt x="3824583" y="5436378"/>
                </a:lnTo>
                <a:lnTo>
                  <a:pt x="3798693" y="5453370"/>
                </a:lnTo>
                <a:lnTo>
                  <a:pt x="3785011" y="5457858"/>
                </a:lnTo>
                <a:lnTo>
                  <a:pt x="3706339" y="5500559"/>
                </a:lnTo>
                <a:cubicBezTo>
                  <a:pt x="3621096" y="5536614"/>
                  <a:pt x="3527375" y="5556552"/>
                  <a:pt x="3428998" y="5556552"/>
                </a:cubicBezTo>
                <a:cubicBezTo>
                  <a:pt x="3330621" y="5556552"/>
                  <a:pt x="3236901" y="5536614"/>
                  <a:pt x="3151658" y="5500559"/>
                </a:cubicBezTo>
                <a:lnTo>
                  <a:pt x="3072996" y="5457863"/>
                </a:lnTo>
                <a:lnTo>
                  <a:pt x="3059298" y="5453370"/>
                </a:lnTo>
                <a:lnTo>
                  <a:pt x="3033383" y="5436362"/>
                </a:lnTo>
                <a:lnTo>
                  <a:pt x="3030627" y="5434867"/>
                </a:lnTo>
                <a:lnTo>
                  <a:pt x="3028775" y="5433338"/>
                </a:lnTo>
                <a:lnTo>
                  <a:pt x="0" y="3445704"/>
                </a:lnTo>
                <a:close/>
                <a:moveTo>
                  <a:pt x="6858000" y="0"/>
                </a:moveTo>
                <a:lnTo>
                  <a:pt x="6858000" y="349336"/>
                </a:lnTo>
                <a:lnTo>
                  <a:pt x="6858000" y="3445703"/>
                </a:lnTo>
                <a:lnTo>
                  <a:pt x="0" y="3445703"/>
                </a:lnTo>
                <a:lnTo>
                  <a:pt x="0" y="0"/>
                </a:lnTo>
                <a:close/>
              </a:path>
            </a:pathLst>
          </a:custGeom>
          <a:ln>
            <a:noFill/>
          </a:ln>
          <a:effectLst/>
          <a:extLst>
            <a:ext uri="{91240B29-F687-4f45-9708-019B960494DF}">
              <a14:hiddenLine xmlns="" xmlns:a14="http://schemas.microsoft.com/office/drawing/2010/main" xmlns:p14="http://schemas.microsoft.com/office/powerpoint/2010/main" xmlns:a16="http://schemas.microsoft.com/office/drawing/2014/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C930F3C4-5B13-A046-AFF3-E8F7BD073C20}"/>
              </a:ext>
            </a:extLst>
          </p:cNvPr>
          <p:cNvSpPr>
            <a:spLocks noGrp="1"/>
          </p:cNvSpPr>
          <p:nvPr>
            <p:ph type="title"/>
          </p:nvPr>
        </p:nvSpPr>
        <p:spPr>
          <a:xfrm>
            <a:off x="451515" y="1734857"/>
            <a:ext cx="3765483" cy="3388287"/>
          </a:xfrm>
        </p:spPr>
        <p:txBody>
          <a:bodyPr anchor="ctr">
            <a:normAutofit/>
          </a:bodyPr>
          <a:lstStyle/>
          <a:p>
            <a:r>
              <a:rPr lang="en-US" sz="2400"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D6ACD131-5211-5D55-1A67-4372B427BA44}"/>
              </a:ext>
            </a:extLst>
          </p:cNvPr>
          <p:cNvSpPr>
            <a:spLocks noGrp="1"/>
          </p:cNvSpPr>
          <p:nvPr>
            <p:ph idx="1"/>
          </p:nvPr>
        </p:nvSpPr>
        <p:spPr>
          <a:xfrm>
            <a:off x="6008068" y="978993"/>
            <a:ext cx="5365218" cy="4900014"/>
          </a:xfrm>
          <a:effectLst/>
        </p:spPr>
        <p:txBody>
          <a:bodyPr>
            <a:normAutofit/>
          </a:bodyPr>
          <a:lstStyle/>
          <a:p>
            <a:endParaRPr lang="en-US" dirty="0">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Throughout the project lifecycle, project managers lead teams, develop comprehensive project plans, execute tasks, monitor progress, manage risks, and communicate with stakeholders. </a:t>
            </a:r>
          </a:p>
          <a:p>
            <a:pPr>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They apply various methodologies and tools to optimize project outcomes and adapt to changing circumstances.</a:t>
            </a:r>
          </a:p>
        </p:txBody>
      </p:sp>
      <p:sp>
        <p:nvSpPr>
          <p:cNvPr id="4" name="Slide Number Placeholder 3">
            <a:extLst>
              <a:ext uri="{FF2B5EF4-FFF2-40B4-BE49-F238E27FC236}">
                <a16:creationId xmlns:a16="http://schemas.microsoft.com/office/drawing/2014/main" id="{941D4C7B-D9FB-FCA2-1EF0-CC37458BD214}"/>
              </a:ext>
            </a:extLst>
          </p:cNvPr>
          <p:cNvSpPr>
            <a:spLocks noGrp="1"/>
          </p:cNvSpPr>
          <p:nvPr>
            <p:ph type="sldNum" sz="quarter" idx="12"/>
          </p:nvPr>
        </p:nvSpPr>
        <p:spPr/>
        <p:txBody>
          <a:bodyPr/>
          <a:lstStyle/>
          <a:p>
            <a:fld id="{9E97B246-A394-496D-83E9-A9CDE125FB17}" type="slidenum">
              <a:rPr lang="en-US" smtClean="0"/>
              <a:t>20</a:t>
            </a:fld>
            <a:endParaRPr lang="en-US"/>
          </a:p>
        </p:txBody>
      </p:sp>
      <p:sp>
        <p:nvSpPr>
          <p:cNvPr id="7" name="TextBox 6">
            <a:extLst>
              <a:ext uri="{FF2B5EF4-FFF2-40B4-BE49-F238E27FC236}">
                <a16:creationId xmlns:a16="http://schemas.microsoft.com/office/drawing/2014/main" id="{C4377202-42CA-8109-ED15-D93B0A6F3D9C}"/>
              </a:ext>
            </a:extLst>
          </p:cNvPr>
          <p:cNvSpPr txBox="1"/>
          <p:nvPr/>
        </p:nvSpPr>
        <p:spPr>
          <a:xfrm>
            <a:off x="8572499" y="6006377"/>
            <a:ext cx="1971675" cy="400110"/>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Vinesh Reddy</a:t>
            </a:r>
          </a:p>
        </p:txBody>
      </p:sp>
    </p:spTree>
    <p:extLst>
      <p:ext uri="{BB962C8B-B14F-4D97-AF65-F5344CB8AC3E}">
        <p14:creationId xmlns:p14="http://schemas.microsoft.com/office/powerpoint/2010/main" val="30538452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5EF146-B1DA-7D44-7933-2F41C9C4629E}"/>
              </a:ext>
            </a:extLst>
          </p:cNvPr>
          <p:cNvSpPr>
            <a:spLocks noGrp="1"/>
          </p:cNvSpPr>
          <p:nvPr>
            <p:ph type="title"/>
          </p:nvPr>
        </p:nvSpPr>
        <p:spPr>
          <a:xfrm>
            <a:off x="810000" y="364643"/>
            <a:ext cx="10571998" cy="970450"/>
          </a:xfrm>
        </p:spPr>
        <p:txBody>
          <a:bodyPr>
            <a:normAutofit/>
          </a:bodyPr>
          <a:lstStyle/>
          <a:p>
            <a:r>
              <a:rPr lang="en-US" dirty="0"/>
              <a:t>Have Any Queries?</a:t>
            </a:r>
          </a:p>
        </p:txBody>
      </p:sp>
      <p:pic>
        <p:nvPicPr>
          <p:cNvPr id="9" name="Content Placeholder 8" descr="WhatsApp Image 2023-05-18 at 1.50.14 PM (1)">
            <a:extLst>
              <a:ext uri="{FF2B5EF4-FFF2-40B4-BE49-F238E27FC236}">
                <a16:creationId xmlns:a16="http://schemas.microsoft.com/office/drawing/2014/main" id="{DCFFFB5E-C6CF-3E8A-F587-133331427155}"/>
              </a:ext>
            </a:extLst>
          </p:cNvPr>
          <p:cNvPicPr>
            <a:picLocks noGrp="1" noChangeAspect="1"/>
          </p:cNvPicPr>
          <p:nvPr isPhoto="1">
            <p:ph idx="1"/>
          </p:nvPr>
        </p:nvPicPr>
        <p:blipFill>
          <a:blip r:embed="rId2">
            <a:lum/>
            <a:extLst>
              <a:ext uri="{28A0092B-C50C-407E-A947-70E740481C1C}">
                <a14:useLocalDpi xmlns:a14="http://schemas.microsoft.com/office/drawing/2010/main" val="0"/>
              </a:ext>
            </a:extLst>
          </a:blip>
          <a:stretch>
            <a:fillRect/>
          </a:stretch>
        </p:blipFill>
        <p:spPr>
          <a:xfrm>
            <a:off x="4467034" y="3030718"/>
            <a:ext cx="1427815" cy="2346671"/>
          </a:xfrm>
          <a:prstGeom prst="rect">
            <a:avLst/>
          </a:prstGeom>
        </p:spPr>
      </p:pic>
      <p:pic>
        <p:nvPicPr>
          <p:cNvPr id="10" name="Picture 9" descr="WhatsApp Image 2023-05-18 at 2.12.05 PM">
            <a:extLst>
              <a:ext uri="{FF2B5EF4-FFF2-40B4-BE49-F238E27FC236}">
                <a16:creationId xmlns:a16="http://schemas.microsoft.com/office/drawing/2014/main" id="{71277A67-2C2C-31B0-78D8-2E531A153DF0}"/>
              </a:ext>
            </a:extLst>
          </p:cNvPr>
          <p:cNvPicPr>
            <a:picLocks noGrp="1" noChangeAspect="1"/>
          </p:cNvPicPr>
          <p:nvPr isPhoto="1"/>
        </p:nvPicPr>
        <p:blipFill>
          <a:blip r:embed="rId3">
            <a:lum/>
            <a:extLst>
              <a:ext uri="{28A0092B-C50C-407E-A947-70E740481C1C}">
                <a14:useLocalDpi xmlns:a14="http://schemas.microsoft.com/office/drawing/2010/main" val="0"/>
              </a:ext>
            </a:extLst>
          </a:blip>
          <a:stretch>
            <a:fillRect/>
          </a:stretch>
        </p:blipFill>
        <p:spPr>
          <a:xfrm>
            <a:off x="2643092" y="3030718"/>
            <a:ext cx="1427815" cy="2346671"/>
          </a:xfrm>
          <a:prstGeom prst="rect">
            <a:avLst/>
          </a:prstGeom>
        </p:spPr>
      </p:pic>
      <p:pic>
        <p:nvPicPr>
          <p:cNvPr id="12" name="Picture 11" descr="A person with her arms out in the air&#10;&#10;Description automatically generated with low confidence">
            <a:extLst>
              <a:ext uri="{FF2B5EF4-FFF2-40B4-BE49-F238E27FC236}">
                <a16:creationId xmlns:a16="http://schemas.microsoft.com/office/drawing/2014/main" id="{C1AAA3EB-0B33-9F95-26A8-13F663E6BBC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9150" y="3030720"/>
            <a:ext cx="1427815" cy="2346671"/>
          </a:xfrm>
          <a:prstGeom prst="rect">
            <a:avLst/>
          </a:prstGeom>
        </p:spPr>
      </p:pic>
      <p:pic>
        <p:nvPicPr>
          <p:cNvPr id="14" name="Picture 13" descr="A person standing in the snow&#10;&#10;Description automatically generated with medium confidence">
            <a:extLst>
              <a:ext uri="{FF2B5EF4-FFF2-40B4-BE49-F238E27FC236}">
                <a16:creationId xmlns:a16="http://schemas.microsoft.com/office/drawing/2014/main" id="{A1094889-0ADC-7365-5993-AB7BDD6B517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945035" y="3030719"/>
            <a:ext cx="1427815" cy="2346671"/>
          </a:xfrm>
          <a:prstGeom prst="rect">
            <a:avLst/>
          </a:prstGeom>
        </p:spPr>
      </p:pic>
      <p:pic>
        <p:nvPicPr>
          <p:cNvPr id="17" name="Picture 16" descr="A person in a red dress">
            <a:extLst>
              <a:ext uri="{FF2B5EF4-FFF2-40B4-BE49-F238E27FC236}">
                <a16:creationId xmlns:a16="http://schemas.microsoft.com/office/drawing/2014/main" id="{ECB15A0F-53A3-512D-03EB-98A64A5A722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297151" y="3030718"/>
            <a:ext cx="1427815" cy="2346671"/>
          </a:xfrm>
          <a:prstGeom prst="rect">
            <a:avLst/>
          </a:prstGeom>
        </p:spPr>
      </p:pic>
      <p:pic>
        <p:nvPicPr>
          <p:cNvPr id="23" name="Picture 22" descr="A person standing next to a tree&#10;&#10;Description automatically generated">
            <a:extLst>
              <a:ext uri="{FF2B5EF4-FFF2-40B4-BE49-F238E27FC236}">
                <a16:creationId xmlns:a16="http://schemas.microsoft.com/office/drawing/2014/main" id="{18F49603-0EA1-F548-4375-26C53919938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127267" y="3030718"/>
            <a:ext cx="1427815" cy="2346671"/>
          </a:xfrm>
          <a:prstGeom prst="rect">
            <a:avLst/>
          </a:prstGeom>
        </p:spPr>
      </p:pic>
      <p:sp>
        <p:nvSpPr>
          <p:cNvPr id="24" name="TextBox 23">
            <a:extLst>
              <a:ext uri="{FF2B5EF4-FFF2-40B4-BE49-F238E27FC236}">
                <a16:creationId xmlns:a16="http://schemas.microsoft.com/office/drawing/2014/main" id="{AECC3110-B4F7-85DE-008F-3390CDD01223}"/>
              </a:ext>
            </a:extLst>
          </p:cNvPr>
          <p:cNvSpPr txBox="1"/>
          <p:nvPr/>
        </p:nvSpPr>
        <p:spPr>
          <a:xfrm>
            <a:off x="810001" y="5638800"/>
            <a:ext cx="1436964" cy="646331"/>
          </a:xfrm>
          <a:prstGeom prst="rect">
            <a:avLst/>
          </a:prstGeom>
          <a:noFill/>
        </p:spPr>
        <p:txBody>
          <a:bodyPr wrap="square" rtlCol="0">
            <a:spAutoFit/>
          </a:bodyPr>
          <a:lstStyle/>
          <a:p>
            <a:r>
              <a:rPr lang="en-US" dirty="0"/>
              <a:t>Adi Lakshmi</a:t>
            </a:r>
          </a:p>
        </p:txBody>
      </p:sp>
      <p:sp>
        <p:nvSpPr>
          <p:cNvPr id="26" name="TextBox 25">
            <a:extLst>
              <a:ext uri="{FF2B5EF4-FFF2-40B4-BE49-F238E27FC236}">
                <a16:creationId xmlns:a16="http://schemas.microsoft.com/office/drawing/2014/main" id="{04216A38-37E2-6BC9-EB34-156B2D54AF7A}"/>
              </a:ext>
            </a:extLst>
          </p:cNvPr>
          <p:cNvSpPr txBox="1"/>
          <p:nvPr/>
        </p:nvSpPr>
        <p:spPr>
          <a:xfrm>
            <a:off x="2643091" y="5638800"/>
            <a:ext cx="1427815" cy="369332"/>
          </a:xfrm>
          <a:prstGeom prst="rect">
            <a:avLst/>
          </a:prstGeom>
          <a:noFill/>
        </p:spPr>
        <p:txBody>
          <a:bodyPr wrap="square">
            <a:spAutoFit/>
          </a:bodyPr>
          <a:lstStyle/>
          <a:p>
            <a:r>
              <a:rPr lang="en-US" dirty="0"/>
              <a:t>Ramadevi</a:t>
            </a:r>
          </a:p>
        </p:txBody>
      </p:sp>
      <p:sp>
        <p:nvSpPr>
          <p:cNvPr id="29" name="TextBox 28">
            <a:extLst>
              <a:ext uri="{FF2B5EF4-FFF2-40B4-BE49-F238E27FC236}">
                <a16:creationId xmlns:a16="http://schemas.microsoft.com/office/drawing/2014/main" id="{7586DA78-5983-9AC7-9A1D-1EDE6EDA077F}"/>
              </a:ext>
            </a:extLst>
          </p:cNvPr>
          <p:cNvSpPr txBox="1"/>
          <p:nvPr/>
        </p:nvSpPr>
        <p:spPr>
          <a:xfrm>
            <a:off x="4467032" y="5638800"/>
            <a:ext cx="1628968" cy="646331"/>
          </a:xfrm>
          <a:prstGeom prst="rect">
            <a:avLst/>
          </a:prstGeom>
          <a:noFill/>
        </p:spPr>
        <p:txBody>
          <a:bodyPr wrap="square">
            <a:spAutoFit/>
          </a:bodyPr>
          <a:lstStyle/>
          <a:p>
            <a:r>
              <a:rPr lang="en-US" dirty="0"/>
              <a:t>Naveen Kumar</a:t>
            </a:r>
          </a:p>
        </p:txBody>
      </p:sp>
      <p:sp>
        <p:nvSpPr>
          <p:cNvPr id="34" name="TextBox 33">
            <a:extLst>
              <a:ext uri="{FF2B5EF4-FFF2-40B4-BE49-F238E27FC236}">
                <a16:creationId xmlns:a16="http://schemas.microsoft.com/office/drawing/2014/main" id="{DDCE6F85-947E-21C0-41E2-A7ECFDE947ED}"/>
              </a:ext>
            </a:extLst>
          </p:cNvPr>
          <p:cNvSpPr txBox="1"/>
          <p:nvPr/>
        </p:nvSpPr>
        <p:spPr>
          <a:xfrm>
            <a:off x="6297151" y="5638800"/>
            <a:ext cx="1427815" cy="369332"/>
          </a:xfrm>
          <a:prstGeom prst="rect">
            <a:avLst/>
          </a:prstGeom>
          <a:noFill/>
        </p:spPr>
        <p:txBody>
          <a:bodyPr wrap="square">
            <a:spAutoFit/>
          </a:bodyPr>
          <a:lstStyle/>
          <a:p>
            <a:r>
              <a:rPr lang="en-US" dirty="0"/>
              <a:t>Vineetha</a:t>
            </a:r>
          </a:p>
        </p:txBody>
      </p:sp>
      <p:sp>
        <p:nvSpPr>
          <p:cNvPr id="36" name="TextBox 35">
            <a:extLst>
              <a:ext uri="{FF2B5EF4-FFF2-40B4-BE49-F238E27FC236}">
                <a16:creationId xmlns:a16="http://schemas.microsoft.com/office/drawing/2014/main" id="{F469E4B8-F794-405A-26EE-4AFFE1A95324}"/>
              </a:ext>
            </a:extLst>
          </p:cNvPr>
          <p:cNvSpPr txBox="1"/>
          <p:nvPr/>
        </p:nvSpPr>
        <p:spPr>
          <a:xfrm>
            <a:off x="8125760" y="5562600"/>
            <a:ext cx="1436964" cy="646331"/>
          </a:xfrm>
          <a:prstGeom prst="rect">
            <a:avLst/>
          </a:prstGeom>
          <a:noFill/>
        </p:spPr>
        <p:txBody>
          <a:bodyPr wrap="square">
            <a:spAutoFit/>
          </a:bodyPr>
          <a:lstStyle/>
          <a:p>
            <a:r>
              <a:rPr lang="en-US" dirty="0"/>
              <a:t>Vinesh Reddy</a:t>
            </a:r>
          </a:p>
        </p:txBody>
      </p:sp>
      <p:sp>
        <p:nvSpPr>
          <p:cNvPr id="38" name="TextBox 37">
            <a:extLst>
              <a:ext uri="{FF2B5EF4-FFF2-40B4-BE49-F238E27FC236}">
                <a16:creationId xmlns:a16="http://schemas.microsoft.com/office/drawing/2014/main" id="{3350C687-8632-E81E-F4BD-7839DD62F786}"/>
              </a:ext>
            </a:extLst>
          </p:cNvPr>
          <p:cNvSpPr txBox="1"/>
          <p:nvPr/>
        </p:nvSpPr>
        <p:spPr>
          <a:xfrm>
            <a:off x="9963518" y="5638800"/>
            <a:ext cx="1418480" cy="369332"/>
          </a:xfrm>
          <a:prstGeom prst="rect">
            <a:avLst/>
          </a:prstGeom>
          <a:noFill/>
        </p:spPr>
        <p:txBody>
          <a:bodyPr wrap="square">
            <a:spAutoFit/>
          </a:bodyPr>
          <a:lstStyle/>
          <a:p>
            <a:r>
              <a:rPr lang="en-US" dirty="0"/>
              <a:t>Akhila</a:t>
            </a:r>
          </a:p>
        </p:txBody>
      </p:sp>
      <p:sp>
        <p:nvSpPr>
          <p:cNvPr id="3" name="Slide Number Placeholder 2">
            <a:extLst>
              <a:ext uri="{FF2B5EF4-FFF2-40B4-BE49-F238E27FC236}">
                <a16:creationId xmlns:a16="http://schemas.microsoft.com/office/drawing/2014/main" id="{E1A69CE0-5834-E4E3-E2CE-3A89F48D44BF}"/>
              </a:ext>
            </a:extLst>
          </p:cNvPr>
          <p:cNvSpPr>
            <a:spLocks noGrp="1"/>
          </p:cNvSpPr>
          <p:nvPr>
            <p:ph type="sldNum" sz="quarter" idx="12"/>
          </p:nvPr>
        </p:nvSpPr>
        <p:spPr/>
        <p:txBody>
          <a:bodyPr/>
          <a:lstStyle/>
          <a:p>
            <a:fld id="{9E97B246-A394-496D-83E9-A9CDE125FB17}" type="slidenum">
              <a:rPr lang="en-US" smtClean="0"/>
              <a:t>21</a:t>
            </a:fld>
            <a:endParaRPr lang="en-US"/>
          </a:p>
        </p:txBody>
      </p:sp>
    </p:spTree>
    <p:extLst>
      <p:ext uri="{BB962C8B-B14F-4D97-AF65-F5344CB8AC3E}">
        <p14:creationId xmlns:p14="http://schemas.microsoft.com/office/powerpoint/2010/main" val="36523077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E5A5BF12-F184-0F2A-3796-03989B62CC78}"/>
              </a:ext>
            </a:extLst>
          </p:cNvPr>
          <p:cNvPicPr>
            <a:picLocks noGrp="1" noChangeAspect="1"/>
          </p:cNvPicPr>
          <p:nvPr>
            <p:ph idx="1"/>
          </p:nvPr>
        </p:nvPicPr>
        <p:blipFill rotWithShape="1">
          <a:blip r:embed="rId2"/>
          <a:srcRect/>
          <a:stretch/>
        </p:blipFill>
        <p:spPr>
          <a:xfrm>
            <a:off x="20" y="10"/>
            <a:ext cx="12191980" cy="6857990"/>
          </a:xfrm>
          <a:prstGeom prst="rect">
            <a:avLst/>
          </a:prstGeom>
        </p:spPr>
      </p:pic>
      <p:sp>
        <p:nvSpPr>
          <p:cNvPr id="8" name="Slide Number Placeholder 7">
            <a:extLst>
              <a:ext uri="{FF2B5EF4-FFF2-40B4-BE49-F238E27FC236}">
                <a16:creationId xmlns:a16="http://schemas.microsoft.com/office/drawing/2014/main" id="{56D3D56D-EF23-9BD7-D5CE-9A436E0A8D1C}"/>
              </a:ext>
            </a:extLst>
          </p:cNvPr>
          <p:cNvSpPr>
            <a:spLocks noGrp="1"/>
          </p:cNvSpPr>
          <p:nvPr>
            <p:ph type="sldNum" sz="quarter" idx="12"/>
          </p:nvPr>
        </p:nvSpPr>
        <p:spPr/>
        <p:txBody>
          <a:bodyPr/>
          <a:lstStyle/>
          <a:p>
            <a:fld id="{9E97B246-A394-496D-83E9-A9CDE125FB17}" type="slidenum">
              <a:rPr lang="en-US" smtClean="0"/>
              <a:t>22</a:t>
            </a:fld>
            <a:endParaRPr lang="en-US"/>
          </a:p>
        </p:txBody>
      </p:sp>
    </p:spTree>
    <p:extLst>
      <p:ext uri="{BB962C8B-B14F-4D97-AF65-F5344CB8AC3E}">
        <p14:creationId xmlns:p14="http://schemas.microsoft.com/office/powerpoint/2010/main" val="298006893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Quotable">
  <a:themeElements>
    <a:clrScheme name="Quotable">
      <a:dk1>
        <a:sysClr val="windowText" lastClr="000000"/>
      </a:dk1>
      <a:lt1>
        <a:sysClr val="window" lastClr="FFFFFF"/>
      </a:lt1>
      <a:dk2>
        <a:srgbClr val="212121"/>
      </a:dk2>
      <a:lt2>
        <a:srgbClr val="636363"/>
      </a:lt2>
      <a:accent1>
        <a:srgbClr val="00C6BB"/>
      </a:accent1>
      <a:accent2>
        <a:srgbClr val="6FEBA0"/>
      </a:accent2>
      <a:accent3>
        <a:srgbClr val="B6DF5E"/>
      </a:accent3>
      <a:accent4>
        <a:srgbClr val="EFB251"/>
      </a:accent4>
      <a:accent5>
        <a:srgbClr val="EF755F"/>
      </a:accent5>
      <a:accent6>
        <a:srgbClr val="ED515C"/>
      </a:accent6>
      <a:hlink>
        <a:srgbClr val="8F8F8F"/>
      </a:hlink>
      <a:folHlink>
        <a:srgbClr val="A5A5A5"/>
      </a:folHlink>
    </a:clrScheme>
    <a:fontScheme name="Quotabl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Quotable">
      <a:fillStyleLst>
        <a:solidFill>
          <a:schemeClr val="phClr"/>
        </a:solidFill>
        <a:gradFill rotWithShape="1">
          <a:gsLst>
            <a:gs pos="0">
              <a:schemeClr val="phClr">
                <a:tint val="80000"/>
                <a:lumMod val="105000"/>
              </a:schemeClr>
            </a:gs>
            <a:gs pos="100000">
              <a:schemeClr val="phClr">
                <a:tint val="90000"/>
              </a:schemeClr>
            </a:gs>
          </a:gsLst>
          <a:lin ang="5400000" scaled="0"/>
        </a:gradFill>
        <a:blipFill rotWithShape="1">
          <a:blip xmlns:r="http://schemas.openxmlformats.org/officeDocument/2006/relationships" r:embed="rId1">
            <a:duotone>
              <a:schemeClr val="phClr">
                <a:tint val="98000"/>
                <a:lumMod val="102000"/>
              </a:schemeClr>
              <a:schemeClr val="phClr">
                <a:shade val="98000"/>
                <a:lumMod val="98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effectStyle>
        <a:effectStyle>
          <a:effectLst>
            <a:innerShdw blurRad="63500" dist="25400" dir="13500000">
              <a:srgbClr val="000000">
                <a:alpha val="75000"/>
              </a:srgbClr>
            </a:innerShdw>
          </a:effectLst>
        </a:effectStyle>
      </a:effectStyleLst>
      <a:bgFillStyleLst>
        <a:solidFill>
          <a:schemeClr val="phClr"/>
        </a:solidFill>
        <a:gradFill rotWithShape="1">
          <a:gsLst>
            <a:gs pos="0">
              <a:schemeClr val="phClr">
                <a:tint val="100000"/>
              </a:schemeClr>
            </a:gs>
            <a:gs pos="100000">
              <a:schemeClr val="phClr">
                <a:tint val="84000"/>
                <a:shade val="84000"/>
                <a:lumMod val="90000"/>
              </a:schemeClr>
            </a:gs>
          </a:gsLst>
          <a:lin ang="5400000" scaled="0"/>
        </a:gradFill>
        <a:gradFill rotWithShape="1">
          <a:gsLst>
            <a:gs pos="0">
              <a:schemeClr val="phClr">
                <a:tint val="84000"/>
                <a:shade val="90000"/>
                <a:satMod val="120000"/>
                <a:lumMod val="90000"/>
              </a:schemeClr>
            </a:gs>
            <a:gs pos="100000">
              <a:schemeClr val="phClr"/>
            </a:gs>
          </a:gsLst>
          <a:lin ang="5400000" scaled="0"/>
        </a:gradFill>
      </a:bgFillStyleLst>
    </a:fmtScheme>
  </a:themeElements>
  <a:objectDefaults/>
  <a:extraClrSchemeLst/>
  <a:extLst>
    <a:ext uri="{05A4C25C-085E-4340-85A3-A5531E510DB2}">
      <thm15:themeFamily xmlns:thm15="http://schemas.microsoft.com/office/thememl/2012/main" name="Quotable" id="{39EC5628-30ED-4578-ACD8-9820EDB8E15A}" vid="{6F3559E9-1A4C-49D8-94D4-F41003531C4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TM03457503[[fn=Quotable]]</Template>
  <TotalTime>4671</TotalTime>
  <Words>501</Words>
  <Application>Microsoft Office PowerPoint</Application>
  <PresentationFormat>Widescreen</PresentationFormat>
  <Paragraphs>164</Paragraphs>
  <Slides>22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Calibri</vt:lpstr>
      <vt:lpstr>Calibri Light</vt:lpstr>
      <vt:lpstr>Century Gothic</vt:lpstr>
      <vt:lpstr>clcicgqyw0002obe2xroteu2c</vt:lpstr>
      <vt:lpstr>Times New Roman</vt:lpstr>
      <vt:lpstr>Wingdings</vt:lpstr>
      <vt:lpstr>Wingdings 2</vt:lpstr>
      <vt:lpstr>Quotable</vt:lpstr>
      <vt:lpstr>PROJECT MANAGEMENT </vt:lpstr>
      <vt:lpstr>Team Members</vt:lpstr>
      <vt:lpstr>AGENDA</vt:lpstr>
      <vt:lpstr>Introduction  </vt:lpstr>
      <vt:lpstr>Importance of Project Management </vt:lpstr>
      <vt:lpstr>Project Management Plan</vt:lpstr>
      <vt:lpstr>Project Management knowledge Areas </vt:lpstr>
      <vt:lpstr>Project Management Methodologies</vt:lpstr>
      <vt:lpstr>Phases of Project Management</vt:lpstr>
      <vt:lpstr>Project Management Reports </vt:lpstr>
      <vt:lpstr>Project Management Tools </vt:lpstr>
      <vt:lpstr>JIRA</vt:lpstr>
      <vt:lpstr>              JIRA</vt:lpstr>
      <vt:lpstr>History of JIRA</vt:lpstr>
      <vt:lpstr>Features of JIRA</vt:lpstr>
      <vt:lpstr>JIRA Test Management</vt:lpstr>
      <vt:lpstr>JIRA Workflow</vt:lpstr>
      <vt:lpstr>Dash Boards in JIRA </vt:lpstr>
      <vt:lpstr>Integration With Other Tools </vt:lpstr>
      <vt:lpstr>CONCLUSION</vt:lpstr>
      <vt:lpstr>Have Any Queries?</vt:lpstr>
      <vt:lpstr>PowerPoint Presentation</vt:lpstr>
    </vt:vector>
  </TitlesOfParts>
  <Company>Northwest Missouri State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Management</dc:title>
  <dc:creator>Meesala,Adilakshmi</dc:creator>
  <cp:lastModifiedBy>Meesala,Adilakshmi</cp:lastModifiedBy>
  <cp:revision>90</cp:revision>
  <dcterms:created xsi:type="dcterms:W3CDTF">2023-05-18T17:11:23Z</dcterms:created>
  <dcterms:modified xsi:type="dcterms:W3CDTF">2023-05-25T03:30:45Z</dcterms:modified>
</cp:coreProperties>
</file>